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64" r:id="rId4"/>
    <p:sldId id="258" r:id="rId5"/>
    <p:sldId id="272" r:id="rId6"/>
    <p:sldId id="270" r:id="rId7"/>
    <p:sldId id="269" r:id="rId8"/>
    <p:sldId id="261" r:id="rId9"/>
    <p:sldId id="268" r:id="rId10"/>
    <p:sldId id="267" r:id="rId11"/>
    <p:sldId id="259" r:id="rId12"/>
    <p:sldId id="27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8E7D5-586A-4AC8-AE10-762CFDD22CC7}" v="4" dt="2026-02-28T04:40:05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y Gupta" userId="f8757fe20f92b44f" providerId="LiveId" clId="{D8D5EB83-8452-45AA-A8E0-2FA474379E8D}"/>
    <pc:docChg chg="undo custSel addSld delSld modSld sldOrd addSection delSection">
      <pc:chgData name="Tanay Gupta" userId="f8757fe20f92b44f" providerId="LiveId" clId="{D8D5EB83-8452-45AA-A8E0-2FA474379E8D}" dt="2026-02-28T04:42:43.199" v="1374" actId="115"/>
      <pc:docMkLst>
        <pc:docMk/>
      </pc:docMkLst>
      <pc:sldChg chg="addSp delSp modSp new mod setBg addAnim delAnim setClrOvrMap delDesignElem">
        <pc:chgData name="Tanay Gupta" userId="f8757fe20f92b44f" providerId="LiveId" clId="{D8D5EB83-8452-45AA-A8E0-2FA474379E8D}" dt="2026-02-28T04:23:56.119" v="1294" actId="1076"/>
        <pc:sldMkLst>
          <pc:docMk/>
          <pc:sldMk cId="1044038767" sldId="256"/>
        </pc:sldMkLst>
        <pc:spChg chg="mod">
          <ac:chgData name="Tanay Gupta" userId="f8757fe20f92b44f" providerId="LiveId" clId="{D8D5EB83-8452-45AA-A8E0-2FA474379E8D}" dt="2026-02-26T19:58:45.200" v="1129" actId="27636"/>
          <ac:spMkLst>
            <pc:docMk/>
            <pc:sldMk cId="1044038767" sldId="256"/>
            <ac:spMk id="2" creationId="{12EB0A0A-7D2C-5295-5EB8-EC1FB4686A7D}"/>
          </ac:spMkLst>
        </pc:spChg>
        <pc:spChg chg="mod">
          <ac:chgData name="Tanay Gupta" userId="f8757fe20f92b44f" providerId="LiveId" clId="{D8D5EB83-8452-45AA-A8E0-2FA474379E8D}" dt="2026-02-26T19:48:42.108" v="1108" actId="20577"/>
          <ac:spMkLst>
            <pc:docMk/>
            <pc:sldMk cId="1044038767" sldId="256"/>
            <ac:spMk id="3" creationId="{C2EEBC62-C777-8B18-9293-FC1D581AEC5A}"/>
          </ac:spMkLst>
        </pc:spChg>
        <pc:spChg chg="add mod">
          <ac:chgData name="Tanay Gupta" userId="f8757fe20f92b44f" providerId="LiveId" clId="{D8D5EB83-8452-45AA-A8E0-2FA474379E8D}" dt="2026-02-28T04:23:56.119" v="1294" actId="1076"/>
          <ac:spMkLst>
            <pc:docMk/>
            <pc:sldMk cId="1044038767" sldId="256"/>
            <ac:spMk id="5" creationId="{32D68F39-A75E-C13E-7D4E-28DCF8FFCE39}"/>
          </ac:spMkLst>
        </pc:spChg>
      </pc:sldChg>
      <pc:sldChg chg="addSp delSp modSp new mod setBg delDesignElem">
        <pc:chgData name="Tanay Gupta" userId="f8757fe20f92b44f" providerId="LiveId" clId="{D8D5EB83-8452-45AA-A8E0-2FA474379E8D}" dt="2026-02-26T19:58:45.146" v="1128"/>
        <pc:sldMkLst>
          <pc:docMk/>
          <pc:sldMk cId="3323001395" sldId="258"/>
        </pc:sldMkLst>
        <pc:spChg chg="mod">
          <ac:chgData name="Tanay Gupta" userId="f8757fe20f92b44f" providerId="LiveId" clId="{D8D5EB83-8452-45AA-A8E0-2FA474379E8D}" dt="2026-02-26T19:36:28.531" v="1038" actId="26606"/>
          <ac:spMkLst>
            <pc:docMk/>
            <pc:sldMk cId="3323001395" sldId="258"/>
            <ac:spMk id="2" creationId="{EF693B22-DC0A-2EE6-D131-C2A0F0262F2B}"/>
          </ac:spMkLst>
        </pc:spChg>
        <pc:graphicFrameChg chg="add mod modGraphic">
          <ac:chgData name="Tanay Gupta" userId="f8757fe20f92b44f" providerId="LiveId" clId="{D8D5EB83-8452-45AA-A8E0-2FA474379E8D}" dt="2026-02-26T19:36:28.531" v="1038" actId="26606"/>
          <ac:graphicFrameMkLst>
            <pc:docMk/>
            <pc:sldMk cId="3323001395" sldId="258"/>
            <ac:graphicFrameMk id="6" creationId="{F0B68748-E40C-401F-00C2-6BCCE68B1200}"/>
          </ac:graphicFrameMkLst>
        </pc:graphicFrameChg>
      </pc:sldChg>
      <pc:sldChg chg="addSp delSp modSp new mod setBg delDesignElem">
        <pc:chgData name="Tanay Gupta" userId="f8757fe20f92b44f" providerId="LiveId" clId="{D8D5EB83-8452-45AA-A8E0-2FA474379E8D}" dt="2026-02-26T20:00:21.347" v="1148" actId="14100"/>
        <pc:sldMkLst>
          <pc:docMk/>
          <pc:sldMk cId="3917163511" sldId="259"/>
        </pc:sldMkLst>
        <pc:spChg chg="mod">
          <ac:chgData name="Tanay Gupta" userId="f8757fe20f92b44f" providerId="LiveId" clId="{D8D5EB83-8452-45AA-A8E0-2FA474379E8D}" dt="2026-02-26T20:00:21.347" v="1148" actId="14100"/>
          <ac:spMkLst>
            <pc:docMk/>
            <pc:sldMk cId="3917163511" sldId="259"/>
            <ac:spMk id="2" creationId="{D72BEA8D-48FE-9ACE-EBF4-565E5EFD70D0}"/>
          </ac:spMkLst>
        </pc:spChg>
        <pc:spChg chg="add">
          <ac:chgData name="Tanay Gupta" userId="f8757fe20f92b44f" providerId="LiveId" clId="{D8D5EB83-8452-45AA-A8E0-2FA474379E8D}" dt="2026-02-26T19:46:00.503" v="1103" actId="26606"/>
          <ac:spMkLst>
            <pc:docMk/>
            <pc:sldMk cId="3917163511" sldId="259"/>
            <ac:spMk id="30" creationId="{E739F795-44F0-648C-158F-3F5925383E0A}"/>
          </ac:spMkLst>
        </pc:spChg>
      </pc:sldChg>
      <pc:sldChg chg="addSp delSp modSp new mod setBg delDesignElem">
        <pc:chgData name="Tanay Gupta" userId="f8757fe20f92b44f" providerId="LiveId" clId="{D8D5EB83-8452-45AA-A8E0-2FA474379E8D}" dt="2026-02-26T19:59:49.870" v="1142" actId="207"/>
        <pc:sldMkLst>
          <pc:docMk/>
          <pc:sldMk cId="664342489" sldId="261"/>
        </pc:sldMkLst>
        <pc:spChg chg="mod">
          <ac:chgData name="Tanay Gupta" userId="f8757fe20f92b44f" providerId="LiveId" clId="{D8D5EB83-8452-45AA-A8E0-2FA474379E8D}" dt="2026-02-26T19:59:49.870" v="1142" actId="207"/>
          <ac:spMkLst>
            <pc:docMk/>
            <pc:sldMk cId="664342489" sldId="261"/>
            <ac:spMk id="2" creationId="{F34D9A58-6E9E-A2E2-CF06-8BC8C7E32174}"/>
          </ac:spMkLst>
        </pc:spChg>
        <pc:spChg chg="mod">
          <ac:chgData name="Tanay Gupta" userId="f8757fe20f92b44f" providerId="LiveId" clId="{D8D5EB83-8452-45AA-A8E0-2FA474379E8D}" dt="2026-02-26T19:42:02.174" v="1068" actId="5793"/>
          <ac:spMkLst>
            <pc:docMk/>
            <pc:sldMk cId="664342489" sldId="261"/>
            <ac:spMk id="3" creationId="{C06DC6E7-721F-9715-CC97-2ACE31B95676}"/>
          </ac:spMkLst>
        </pc:spChg>
      </pc:sldChg>
      <pc:sldChg chg="addSp delSp modSp new mod ord setBg delDesignElem">
        <pc:chgData name="Tanay Gupta" userId="f8757fe20f92b44f" providerId="LiveId" clId="{D8D5EB83-8452-45AA-A8E0-2FA474379E8D}" dt="2026-02-26T20:04:06.114" v="1238" actId="14100"/>
        <pc:sldMkLst>
          <pc:docMk/>
          <pc:sldMk cId="2938918305" sldId="264"/>
        </pc:sldMkLst>
        <pc:spChg chg="mod">
          <ac:chgData name="Tanay Gupta" userId="f8757fe20f92b44f" providerId="LiveId" clId="{D8D5EB83-8452-45AA-A8E0-2FA474379E8D}" dt="2026-02-26T20:04:06.114" v="1238" actId="14100"/>
          <ac:spMkLst>
            <pc:docMk/>
            <pc:sldMk cId="2938918305" sldId="264"/>
            <ac:spMk id="2" creationId="{F34BB6B5-D3A9-D2D9-9E49-94E2BEDE0D72}"/>
          </ac:spMkLst>
        </pc:spChg>
        <pc:graphicFrameChg chg="add mod modGraphic">
          <ac:chgData name="Tanay Gupta" userId="f8757fe20f92b44f" providerId="LiveId" clId="{D8D5EB83-8452-45AA-A8E0-2FA474379E8D}" dt="2026-02-26T20:03:21.262" v="1237" actId="113"/>
          <ac:graphicFrameMkLst>
            <pc:docMk/>
            <pc:sldMk cId="2938918305" sldId="264"/>
            <ac:graphicFrameMk id="5" creationId="{D2D8D7DB-1969-84D3-0D95-3E1282ACF077}"/>
          </ac:graphicFrameMkLst>
        </pc:graphicFrameChg>
      </pc:sldChg>
      <pc:sldChg chg="addSp delSp modSp new mod setBg delDesignElem">
        <pc:chgData name="Tanay Gupta" userId="f8757fe20f92b44f" providerId="LiveId" clId="{D8D5EB83-8452-45AA-A8E0-2FA474379E8D}" dt="2026-02-26T19:59:56.126" v="1144" actId="207"/>
        <pc:sldMkLst>
          <pc:docMk/>
          <pc:sldMk cId="4209481095" sldId="267"/>
        </pc:sldMkLst>
        <pc:spChg chg="mod">
          <ac:chgData name="Tanay Gupta" userId="f8757fe20f92b44f" providerId="LiveId" clId="{D8D5EB83-8452-45AA-A8E0-2FA474379E8D}" dt="2026-02-26T19:59:56.126" v="1144" actId="207"/>
          <ac:spMkLst>
            <pc:docMk/>
            <pc:sldMk cId="4209481095" sldId="267"/>
            <ac:spMk id="2" creationId="{E9E28952-38BB-4738-9A34-F216B2A4EE46}"/>
          </ac:spMkLst>
        </pc:spChg>
        <pc:spChg chg="add mod">
          <ac:chgData name="Tanay Gupta" userId="f8757fe20f92b44f" providerId="LiveId" clId="{D8D5EB83-8452-45AA-A8E0-2FA474379E8D}" dt="2026-02-26T19:44:47.427" v="1095" actId="26606"/>
          <ac:spMkLst>
            <pc:docMk/>
            <pc:sldMk cId="4209481095" sldId="267"/>
            <ac:spMk id="4" creationId="{37203396-B0AD-A9BB-B578-71C29AE074E8}"/>
          </ac:spMkLst>
        </pc:spChg>
      </pc:sldChg>
      <pc:sldChg chg="addSp delSp modSp new mod setBg delDesignElem">
        <pc:chgData name="Tanay Gupta" userId="f8757fe20f92b44f" providerId="LiveId" clId="{D8D5EB83-8452-45AA-A8E0-2FA474379E8D}" dt="2026-02-28T04:42:43.199" v="1374" actId="115"/>
        <pc:sldMkLst>
          <pc:docMk/>
          <pc:sldMk cId="1014615742" sldId="268"/>
        </pc:sldMkLst>
        <pc:spChg chg="mod">
          <ac:chgData name="Tanay Gupta" userId="f8757fe20f92b44f" providerId="LiveId" clId="{D8D5EB83-8452-45AA-A8E0-2FA474379E8D}" dt="2026-02-26T19:59:53.211" v="1143" actId="207"/>
          <ac:spMkLst>
            <pc:docMk/>
            <pc:sldMk cId="1014615742" sldId="268"/>
            <ac:spMk id="2" creationId="{6C909C9F-92BD-9CA4-BA18-13A41D5F41D5}"/>
          </ac:spMkLst>
        </pc:spChg>
        <pc:spChg chg="add mod">
          <ac:chgData name="Tanay Gupta" userId="f8757fe20f92b44f" providerId="LiveId" clId="{D8D5EB83-8452-45AA-A8E0-2FA474379E8D}" dt="2026-02-28T04:42:43.199" v="1374" actId="115"/>
          <ac:spMkLst>
            <pc:docMk/>
            <pc:sldMk cId="1014615742" sldId="268"/>
            <ac:spMk id="3" creationId="{3851B710-ED13-5F3E-2CFE-9E4AB89668B3}"/>
          </ac:spMkLst>
        </pc:spChg>
        <pc:graphicFrameChg chg="add mod">
          <ac:chgData name="Tanay Gupta" userId="f8757fe20f92b44f" providerId="LiveId" clId="{D8D5EB83-8452-45AA-A8E0-2FA474379E8D}" dt="2026-02-28T04:39:57.378" v="1342" actId="14100"/>
          <ac:graphicFrameMkLst>
            <pc:docMk/>
            <pc:sldMk cId="1014615742" sldId="268"/>
            <ac:graphicFrameMk id="8" creationId="{857F2A82-2D2F-F39E-C83C-0956BC527F80}"/>
          </ac:graphicFrameMkLst>
        </pc:graphicFrameChg>
      </pc:sldChg>
      <pc:sldChg chg="addSp delSp modSp new mod setBg delDesignElem">
        <pc:chgData name="Tanay Gupta" userId="f8757fe20f92b44f" providerId="LiveId" clId="{D8D5EB83-8452-45AA-A8E0-2FA474379E8D}" dt="2026-02-26T19:59:44.630" v="1141" actId="14100"/>
        <pc:sldMkLst>
          <pc:docMk/>
          <pc:sldMk cId="1022395574" sldId="269"/>
        </pc:sldMkLst>
        <pc:spChg chg="mod">
          <ac:chgData name="Tanay Gupta" userId="f8757fe20f92b44f" providerId="LiveId" clId="{D8D5EB83-8452-45AA-A8E0-2FA474379E8D}" dt="2026-02-26T19:59:44.630" v="1141" actId="14100"/>
          <ac:spMkLst>
            <pc:docMk/>
            <pc:sldMk cId="1022395574" sldId="269"/>
            <ac:spMk id="2" creationId="{79068B79-E0D7-2682-A988-777654A999F4}"/>
          </ac:spMkLst>
        </pc:spChg>
        <pc:graphicFrameChg chg="add mod modGraphic">
          <ac:chgData name="Tanay Gupta" userId="f8757fe20f92b44f" providerId="LiveId" clId="{D8D5EB83-8452-45AA-A8E0-2FA474379E8D}" dt="2026-02-26T19:39:41.753" v="1056" actId="13926"/>
          <ac:graphicFrameMkLst>
            <pc:docMk/>
            <pc:sldMk cId="1022395574" sldId="269"/>
            <ac:graphicFrameMk id="4" creationId="{3914256B-478D-3730-8A66-8897D8D42D46}"/>
          </ac:graphicFrameMkLst>
        </pc:graphicFrameChg>
      </pc:sldChg>
      <pc:sldChg chg="addSp delSp modSp new mod setBg delDesignElem">
        <pc:chgData name="Tanay Gupta" userId="f8757fe20f92b44f" providerId="LiveId" clId="{D8D5EB83-8452-45AA-A8E0-2FA474379E8D}" dt="2026-02-26T19:59:34.911" v="1139" actId="207"/>
        <pc:sldMkLst>
          <pc:docMk/>
          <pc:sldMk cId="2215747355" sldId="270"/>
        </pc:sldMkLst>
        <pc:spChg chg="mod">
          <ac:chgData name="Tanay Gupta" userId="f8757fe20f92b44f" providerId="LiveId" clId="{D8D5EB83-8452-45AA-A8E0-2FA474379E8D}" dt="2026-02-26T19:59:34.911" v="1139" actId="207"/>
          <ac:spMkLst>
            <pc:docMk/>
            <pc:sldMk cId="2215747355" sldId="270"/>
            <ac:spMk id="2" creationId="{3D8F99C2-1CED-D540-BF08-591FC29BF655}"/>
          </ac:spMkLst>
        </pc:spChg>
        <pc:graphicFrameChg chg="add">
          <ac:chgData name="Tanay Gupta" userId="f8757fe20f92b44f" providerId="LiveId" clId="{D8D5EB83-8452-45AA-A8E0-2FA474379E8D}" dt="2026-02-26T19:38:18.545" v="1045" actId="26606"/>
          <ac:graphicFrameMkLst>
            <pc:docMk/>
            <pc:sldMk cId="2215747355" sldId="270"/>
            <ac:graphicFrameMk id="25" creationId="{7C67DA90-1209-5D51-F62C-628EACAD7427}"/>
          </ac:graphicFrameMkLst>
        </pc:graphicFrameChg>
      </pc:sldChg>
      <pc:sldChg chg="addSp delSp modSp new mod setBg delDesignElem">
        <pc:chgData name="Tanay Gupta" userId="f8757fe20f92b44f" providerId="LiveId" clId="{D8D5EB83-8452-45AA-A8E0-2FA474379E8D}" dt="2026-02-26T19:58:58.898" v="1135" actId="207"/>
        <pc:sldMkLst>
          <pc:docMk/>
          <pc:sldMk cId="1210040185" sldId="271"/>
        </pc:sldMkLst>
        <pc:spChg chg="mod">
          <ac:chgData name="Tanay Gupta" userId="f8757fe20f92b44f" providerId="LiveId" clId="{D8D5EB83-8452-45AA-A8E0-2FA474379E8D}" dt="2026-02-26T19:58:58.898" v="1135" actId="207"/>
          <ac:spMkLst>
            <pc:docMk/>
            <pc:sldMk cId="1210040185" sldId="271"/>
            <ac:spMk id="2" creationId="{61D399E6-68DF-542D-E70C-C124478C3458}"/>
          </ac:spMkLst>
        </pc:spChg>
        <pc:graphicFrameChg chg="add mod modGraphic">
          <ac:chgData name="Tanay Gupta" userId="f8757fe20f92b44f" providerId="LiveId" clId="{D8D5EB83-8452-45AA-A8E0-2FA474379E8D}" dt="2026-02-26T19:57:20.522" v="1116" actId="26606"/>
          <ac:graphicFrameMkLst>
            <pc:docMk/>
            <pc:sldMk cId="1210040185" sldId="271"/>
            <ac:graphicFrameMk id="14" creationId="{72F1395C-243E-2454-869A-98F8E683791A}"/>
          </ac:graphicFrameMkLst>
        </pc:graphicFrameChg>
      </pc:sldChg>
      <pc:sldChg chg="modSp new mod">
        <pc:chgData name="Tanay Gupta" userId="f8757fe20f92b44f" providerId="LiveId" clId="{D8D5EB83-8452-45AA-A8E0-2FA474379E8D}" dt="2026-02-26T20:06:06.455" v="1253" actId="122"/>
        <pc:sldMkLst>
          <pc:docMk/>
          <pc:sldMk cId="1430438746" sldId="272"/>
        </pc:sldMkLst>
        <pc:spChg chg="mod">
          <ac:chgData name="Tanay Gupta" userId="f8757fe20f92b44f" providerId="LiveId" clId="{D8D5EB83-8452-45AA-A8E0-2FA474379E8D}" dt="2026-02-26T20:05:03.672" v="1240"/>
          <ac:spMkLst>
            <pc:docMk/>
            <pc:sldMk cId="1430438746" sldId="272"/>
            <ac:spMk id="2" creationId="{C8EB5A6B-85EA-4ADF-8B1F-24DD5B3873BE}"/>
          </ac:spMkLst>
        </pc:spChg>
        <pc:spChg chg="mod">
          <ac:chgData name="Tanay Gupta" userId="f8757fe20f92b44f" providerId="LiveId" clId="{D8D5EB83-8452-45AA-A8E0-2FA474379E8D}" dt="2026-02-26T20:06:06.455" v="1253" actId="122"/>
          <ac:spMkLst>
            <pc:docMk/>
            <pc:sldMk cId="1430438746" sldId="272"/>
            <ac:spMk id="3" creationId="{FCC25BF5-80D8-7EA4-65C4-C26AAFB3FE21}"/>
          </ac:spMkLst>
        </pc:spChg>
      </pc:sldChg>
      <pc:sldChg chg="modSp add mod ord">
        <pc:chgData name="Tanay Gupta" userId="f8757fe20f92b44f" providerId="LiveId" clId="{D8D5EB83-8452-45AA-A8E0-2FA474379E8D}" dt="2026-02-28T04:26:07.444" v="1339"/>
        <pc:sldMkLst>
          <pc:docMk/>
          <pc:sldMk cId="338355789" sldId="273"/>
        </pc:sldMkLst>
        <pc:spChg chg="mod">
          <ac:chgData name="Tanay Gupta" userId="f8757fe20f92b44f" providerId="LiveId" clId="{D8D5EB83-8452-45AA-A8E0-2FA474379E8D}" dt="2026-02-28T04:26:04.701" v="1338" actId="20577"/>
          <ac:spMkLst>
            <pc:docMk/>
            <pc:sldMk cId="338355789" sldId="273"/>
            <ac:spMk id="2" creationId="{1566850A-EE77-1E2A-CA15-6A2E6B904FF3}"/>
          </ac:spMkLst>
        </pc:spChg>
        <pc:spChg chg="mod">
          <ac:chgData name="Tanay Gupta" userId="f8757fe20f92b44f" providerId="LiveId" clId="{D8D5EB83-8452-45AA-A8E0-2FA474379E8D}" dt="2026-02-28T04:26:07.444" v="1339"/>
          <ac:spMkLst>
            <pc:docMk/>
            <pc:sldMk cId="338355789" sldId="273"/>
            <ac:spMk id="3" creationId="{2B92079C-FC33-37A5-E2A7-134051D8DA0E}"/>
          </ac:spMkLst>
        </pc:spChg>
      </pc:sldChg>
      <pc:sldChg chg="addSp delSp modSp new del mod setBg">
        <pc:chgData name="Tanay Gupta" userId="f8757fe20f92b44f" providerId="LiveId" clId="{D8D5EB83-8452-45AA-A8E0-2FA474379E8D}" dt="2026-02-27T21:04:52.837" v="1276" actId="2696"/>
        <pc:sldMkLst>
          <pc:docMk/>
          <pc:sldMk cId="2177273227" sldId="273"/>
        </pc:sldMkLst>
        <pc:spChg chg="mod">
          <ac:chgData name="Tanay Gupta" userId="f8757fe20f92b44f" providerId="LiveId" clId="{D8D5EB83-8452-45AA-A8E0-2FA474379E8D}" dt="2026-02-27T21:04:40.283" v="1275" actId="26606"/>
          <ac:spMkLst>
            <pc:docMk/>
            <pc:sldMk cId="2177273227" sldId="273"/>
            <ac:spMk id="2" creationId="{24CB0119-CE7D-B1B7-F55A-923E23DCC1C9}"/>
          </ac:spMkLst>
        </pc:spChg>
        <pc:spChg chg="add del mod">
          <ac:chgData name="Tanay Gupta" userId="f8757fe20f92b44f" providerId="LiveId" clId="{D8D5EB83-8452-45AA-A8E0-2FA474379E8D}" dt="2026-02-27T21:04:40.283" v="1275" actId="26606"/>
          <ac:spMkLst>
            <pc:docMk/>
            <pc:sldMk cId="2177273227" sldId="273"/>
            <ac:spMk id="3" creationId="{8B438A10-2296-E0FA-5B41-A53EC0132487}"/>
          </ac:spMkLst>
        </pc:spChg>
        <pc:spChg chg="add del">
          <ac:chgData name="Tanay Gupta" userId="f8757fe20f92b44f" providerId="LiveId" clId="{D8D5EB83-8452-45AA-A8E0-2FA474379E8D}" dt="2026-02-27T21:04:20.880" v="1270" actId="26606"/>
          <ac:spMkLst>
            <pc:docMk/>
            <pc:sldMk cId="2177273227" sldId="273"/>
            <ac:spMk id="9" creationId="{4E866FF9-A729-45F0-A163-10E89E871602}"/>
          </ac:spMkLst>
        </pc:spChg>
        <pc:spChg chg="add del">
          <ac:chgData name="Tanay Gupta" userId="f8757fe20f92b44f" providerId="LiveId" clId="{D8D5EB83-8452-45AA-A8E0-2FA474379E8D}" dt="2026-02-27T21:04:20.880" v="1270" actId="26606"/>
          <ac:spMkLst>
            <pc:docMk/>
            <pc:sldMk cId="2177273227" sldId="273"/>
            <ac:spMk id="11" creationId="{A804366F-2366-4688-98E7-B101C7BC6146}"/>
          </ac:spMkLst>
        </pc:spChg>
        <pc:spChg chg="add del">
          <ac:chgData name="Tanay Gupta" userId="f8757fe20f92b44f" providerId="LiveId" clId="{D8D5EB83-8452-45AA-A8E0-2FA474379E8D}" dt="2026-02-27T21:04:40.272" v="1274" actId="26606"/>
          <ac:spMkLst>
            <pc:docMk/>
            <pc:sldMk cId="2177273227" sldId="273"/>
            <ac:spMk id="16" creationId="{8B438A10-2296-E0FA-5B41-A53EC0132487}"/>
          </ac:spMkLst>
        </pc:spChg>
        <pc:spChg chg="add">
          <ac:chgData name="Tanay Gupta" userId="f8757fe20f92b44f" providerId="LiveId" clId="{D8D5EB83-8452-45AA-A8E0-2FA474379E8D}" dt="2026-02-27T21:04:40.283" v="1275" actId="26606"/>
          <ac:spMkLst>
            <pc:docMk/>
            <pc:sldMk cId="2177273227" sldId="273"/>
            <ac:spMk id="19" creationId="{8B438A10-2296-E0FA-5B41-A53EC0132487}"/>
          </ac:spMkLst>
        </pc:spChg>
        <pc:graphicFrameChg chg="add del">
          <ac:chgData name="Tanay Gupta" userId="f8757fe20f92b44f" providerId="LiveId" clId="{D8D5EB83-8452-45AA-A8E0-2FA474379E8D}" dt="2026-02-27T21:04:20.880" v="1270" actId="26606"/>
          <ac:graphicFrameMkLst>
            <pc:docMk/>
            <pc:sldMk cId="2177273227" sldId="273"/>
            <ac:graphicFrameMk id="5" creationId="{70F288D4-A444-4F8D-B513-CA8BDDDCB0DC}"/>
          </ac:graphicFrameMkLst>
        </pc:graphicFrameChg>
        <pc:graphicFrameChg chg="add del">
          <ac:chgData name="Tanay Gupta" userId="f8757fe20f92b44f" providerId="LiveId" clId="{D8D5EB83-8452-45AA-A8E0-2FA474379E8D}" dt="2026-02-27T21:04:36.675" v="1272" actId="26606"/>
          <ac:graphicFrameMkLst>
            <pc:docMk/>
            <pc:sldMk cId="2177273227" sldId="273"/>
            <ac:graphicFrameMk id="13" creationId="{D3C4DDC4-FEE4-A6F7-3E67-52E8E3B08006}"/>
          </ac:graphicFrameMkLst>
        </pc:graphicFrameChg>
        <pc:picChg chg="add del">
          <ac:chgData name="Tanay Gupta" userId="f8757fe20f92b44f" providerId="LiveId" clId="{D8D5EB83-8452-45AA-A8E0-2FA474379E8D}" dt="2026-02-27T21:04:40.272" v="1274" actId="26606"/>
          <ac:picMkLst>
            <pc:docMk/>
            <pc:sldMk cId="2177273227" sldId="273"/>
            <ac:picMk id="15" creationId="{E2C4E4DA-A0B5-D558-D5B9-7401A73B05E6}"/>
          </ac:picMkLst>
        </pc:picChg>
        <pc:picChg chg="add">
          <ac:chgData name="Tanay Gupta" userId="f8757fe20f92b44f" providerId="LiveId" clId="{D8D5EB83-8452-45AA-A8E0-2FA474379E8D}" dt="2026-02-27T21:04:40.283" v="1275" actId="26606"/>
          <ac:picMkLst>
            <pc:docMk/>
            <pc:sldMk cId="2177273227" sldId="273"/>
            <ac:picMk id="18" creationId="{EB91C5B0-7B82-08FB-C4BE-5BE420E8EAEC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B7A98-0F5F-44F7-8F39-5892BF210FC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30AD11-1392-4596-918F-498B0454020A}">
      <dgm:prSet/>
      <dgm:spPr/>
      <dgm:t>
        <a:bodyPr/>
        <a:lstStyle/>
        <a:p>
          <a:r>
            <a:rPr lang="en-US"/>
            <a:t>Advocacy staff respond to policy-sensitive questions</a:t>
          </a:r>
        </a:p>
      </dgm:t>
    </dgm:pt>
    <dgm:pt modelId="{85982106-1B74-4661-BCFE-C014AF7500BB}" type="parTrans" cxnId="{F9EC27D2-7DDD-4765-8454-9FAEBA586477}">
      <dgm:prSet/>
      <dgm:spPr/>
      <dgm:t>
        <a:bodyPr/>
        <a:lstStyle/>
        <a:p>
          <a:endParaRPr lang="en-US"/>
        </a:p>
      </dgm:t>
    </dgm:pt>
    <dgm:pt modelId="{373FB301-AA3B-4EC2-9D02-45C7A7D681A0}" type="sibTrans" cxnId="{F9EC27D2-7DDD-4765-8454-9FAEBA586477}">
      <dgm:prSet/>
      <dgm:spPr/>
      <dgm:t>
        <a:bodyPr/>
        <a:lstStyle/>
        <a:p>
          <a:endParaRPr lang="en-US"/>
        </a:p>
      </dgm:t>
    </dgm:pt>
    <dgm:pt modelId="{C40A8812-79C3-469C-88B1-90DA5F69ED9F}">
      <dgm:prSet/>
      <dgm:spPr/>
      <dgm:t>
        <a:bodyPr/>
        <a:lstStyle/>
        <a:p>
          <a:r>
            <a:rPr lang="en-US"/>
            <a:t>Responses must align with documented strategic priorities</a:t>
          </a:r>
        </a:p>
      </dgm:t>
    </dgm:pt>
    <dgm:pt modelId="{5983FE4B-9AB5-4DBF-8491-67D80AC78827}" type="parTrans" cxnId="{763E25C8-B0D4-44CE-B8FD-41300C81F07C}">
      <dgm:prSet/>
      <dgm:spPr/>
      <dgm:t>
        <a:bodyPr/>
        <a:lstStyle/>
        <a:p>
          <a:endParaRPr lang="en-US"/>
        </a:p>
      </dgm:t>
    </dgm:pt>
    <dgm:pt modelId="{F860B8C6-5D3F-48E9-8F7B-EF9FA997250C}" type="sibTrans" cxnId="{763E25C8-B0D4-44CE-B8FD-41300C81F07C}">
      <dgm:prSet/>
      <dgm:spPr/>
      <dgm:t>
        <a:bodyPr/>
        <a:lstStyle/>
        <a:p>
          <a:endParaRPr lang="en-US"/>
        </a:p>
      </dgm:t>
    </dgm:pt>
    <dgm:pt modelId="{28E7B739-2320-414A-93F8-D1F4A4325E0E}">
      <dgm:prSet/>
      <dgm:spPr/>
      <dgm:t>
        <a:bodyPr/>
        <a:lstStyle/>
        <a:p>
          <a:r>
            <a:rPr lang="en-US"/>
            <a:t>Risk of:</a:t>
          </a:r>
          <a:endParaRPr lang="en-US" dirty="0"/>
        </a:p>
      </dgm:t>
    </dgm:pt>
    <dgm:pt modelId="{690AD154-355F-4667-A344-45AA6F618499}" type="parTrans" cxnId="{285B08EF-70D6-4DD1-A482-221639D8607C}">
      <dgm:prSet/>
      <dgm:spPr/>
      <dgm:t>
        <a:bodyPr/>
        <a:lstStyle/>
        <a:p>
          <a:endParaRPr lang="en-US"/>
        </a:p>
      </dgm:t>
    </dgm:pt>
    <dgm:pt modelId="{8BE6C30A-9279-4304-B81A-24C91B80FB56}" type="sibTrans" cxnId="{285B08EF-70D6-4DD1-A482-221639D8607C}">
      <dgm:prSet/>
      <dgm:spPr/>
      <dgm:t>
        <a:bodyPr/>
        <a:lstStyle/>
        <a:p>
          <a:endParaRPr lang="en-US"/>
        </a:p>
      </dgm:t>
    </dgm:pt>
    <dgm:pt modelId="{F0EE4D56-F020-443F-A905-4818B5C16D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Unsupported claims</a:t>
          </a:r>
          <a:endParaRPr lang="en-US" dirty="0"/>
        </a:p>
      </dgm:t>
    </dgm:pt>
    <dgm:pt modelId="{AF081D2A-11F2-4704-8719-CE151F293D13}" type="parTrans" cxnId="{8243828C-6688-46D9-9765-20E5A9B4F979}">
      <dgm:prSet/>
      <dgm:spPr/>
      <dgm:t>
        <a:bodyPr/>
        <a:lstStyle/>
        <a:p>
          <a:endParaRPr lang="en-US"/>
        </a:p>
      </dgm:t>
    </dgm:pt>
    <dgm:pt modelId="{2C19BD00-915F-40F1-B1F6-57293288CF71}" type="sibTrans" cxnId="{8243828C-6688-46D9-9765-20E5A9B4F979}">
      <dgm:prSet/>
      <dgm:spPr/>
      <dgm:t>
        <a:bodyPr/>
        <a:lstStyle/>
        <a:p>
          <a:endParaRPr lang="en-US"/>
        </a:p>
      </dgm:t>
    </dgm:pt>
    <dgm:pt modelId="{AC1ACCDB-850D-417C-AF1E-65D02260B6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Overclaiming causal impact</a:t>
          </a:r>
          <a:endParaRPr lang="en-US" dirty="0"/>
        </a:p>
      </dgm:t>
    </dgm:pt>
    <dgm:pt modelId="{53432B76-8D39-4C65-93B0-FD69AFFF88D3}" type="parTrans" cxnId="{F3582084-8531-4015-ABDF-B93FF75C6E47}">
      <dgm:prSet/>
      <dgm:spPr/>
      <dgm:t>
        <a:bodyPr/>
        <a:lstStyle/>
        <a:p>
          <a:endParaRPr lang="en-US"/>
        </a:p>
      </dgm:t>
    </dgm:pt>
    <dgm:pt modelId="{5C89B563-9FEE-4B6F-8AB8-4EED36E74F07}" type="sibTrans" cxnId="{F3582084-8531-4015-ABDF-B93FF75C6E47}">
      <dgm:prSet/>
      <dgm:spPr/>
      <dgm:t>
        <a:bodyPr/>
        <a:lstStyle/>
        <a:p>
          <a:endParaRPr lang="en-US"/>
        </a:p>
      </dgm:t>
    </dgm:pt>
    <dgm:pt modelId="{2AB9BCF7-4952-4376-8913-3059B9ABF2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Taking positions outside approved scope</a:t>
          </a:r>
          <a:endParaRPr lang="en-US" dirty="0"/>
        </a:p>
      </dgm:t>
    </dgm:pt>
    <dgm:pt modelId="{D9EA9164-C6CD-43A8-952E-AC5A62E8B435}" type="parTrans" cxnId="{87C0DA31-5422-43DA-BC31-26C076AAF0DD}">
      <dgm:prSet/>
      <dgm:spPr/>
      <dgm:t>
        <a:bodyPr/>
        <a:lstStyle/>
        <a:p>
          <a:endParaRPr lang="en-US"/>
        </a:p>
      </dgm:t>
    </dgm:pt>
    <dgm:pt modelId="{ABDF1320-CE11-4610-8DAB-64BE07019467}" type="sibTrans" cxnId="{87C0DA31-5422-43DA-BC31-26C076AAF0DD}">
      <dgm:prSet/>
      <dgm:spPr/>
      <dgm:t>
        <a:bodyPr/>
        <a:lstStyle/>
        <a:p>
          <a:endParaRPr lang="en-US"/>
        </a:p>
      </dgm:t>
    </dgm:pt>
    <dgm:pt modelId="{2125FA59-C5EB-47F9-AE78-17C8B21A0A2D}">
      <dgm:prSet/>
      <dgm:spPr/>
      <dgm:t>
        <a:bodyPr/>
        <a:lstStyle/>
        <a:p>
          <a:r>
            <a:rPr lang="en-US"/>
            <a:t>Manual document review is time-consuming</a:t>
          </a:r>
        </a:p>
      </dgm:t>
    </dgm:pt>
    <dgm:pt modelId="{A2ABFC21-90ED-4734-9ED2-E4F00D246BDE}" type="parTrans" cxnId="{B6FD7336-F77D-47C6-BF49-A46050718236}">
      <dgm:prSet/>
      <dgm:spPr/>
      <dgm:t>
        <a:bodyPr/>
        <a:lstStyle/>
        <a:p>
          <a:endParaRPr lang="en-US"/>
        </a:p>
      </dgm:t>
    </dgm:pt>
    <dgm:pt modelId="{F03E90C8-E296-4EAA-B789-D80F676D9BB4}" type="sibTrans" cxnId="{B6FD7336-F77D-47C6-BF49-A46050718236}">
      <dgm:prSet/>
      <dgm:spPr/>
      <dgm:t>
        <a:bodyPr/>
        <a:lstStyle/>
        <a:p>
          <a:endParaRPr lang="en-US"/>
        </a:p>
      </dgm:t>
    </dgm:pt>
    <dgm:pt modelId="{747ED953-7179-42E2-8081-066A69A297C3}">
      <dgm:prSet/>
      <dgm:spPr/>
      <dgm:t>
        <a:bodyPr/>
        <a:lstStyle/>
        <a:p>
          <a:r>
            <a:rPr lang="en-US" b="1" dirty="0"/>
            <a:t>Northbridge needs faster responses without sacrificing credibility.</a:t>
          </a:r>
          <a:endParaRPr lang="en-US" dirty="0"/>
        </a:p>
      </dgm:t>
    </dgm:pt>
    <dgm:pt modelId="{F9ADF918-7312-42B2-BF0F-3BFDB6C69AE3}" type="parTrans" cxnId="{9AEA81EF-CDB2-45C5-A512-94C185804327}">
      <dgm:prSet/>
      <dgm:spPr/>
      <dgm:t>
        <a:bodyPr/>
        <a:lstStyle/>
        <a:p>
          <a:endParaRPr lang="en-US"/>
        </a:p>
      </dgm:t>
    </dgm:pt>
    <dgm:pt modelId="{08FFFC57-2E31-4003-8D17-B2859C808B12}" type="sibTrans" cxnId="{9AEA81EF-CDB2-45C5-A512-94C185804327}">
      <dgm:prSet/>
      <dgm:spPr/>
      <dgm:t>
        <a:bodyPr/>
        <a:lstStyle/>
        <a:p>
          <a:endParaRPr lang="en-US"/>
        </a:p>
      </dgm:t>
    </dgm:pt>
    <dgm:pt modelId="{F5CAC8E5-AC5A-4855-9622-FFB004F34EC5}" type="pres">
      <dgm:prSet presAssocID="{30EB7A98-0F5F-44F7-8F39-5892BF210FC4}" presName="diagram" presStyleCnt="0">
        <dgm:presLayoutVars>
          <dgm:dir/>
          <dgm:resizeHandles val="exact"/>
        </dgm:presLayoutVars>
      </dgm:prSet>
      <dgm:spPr/>
    </dgm:pt>
    <dgm:pt modelId="{F773C912-7354-4D36-85E0-F4A344B3F8BD}" type="pres">
      <dgm:prSet presAssocID="{0F30AD11-1392-4596-918F-498B0454020A}" presName="node" presStyleLbl="node1" presStyleIdx="0" presStyleCnt="5">
        <dgm:presLayoutVars>
          <dgm:bulletEnabled val="1"/>
        </dgm:presLayoutVars>
      </dgm:prSet>
      <dgm:spPr/>
    </dgm:pt>
    <dgm:pt modelId="{6F1C890D-55BF-463A-BCF4-F47BD1BC1383}" type="pres">
      <dgm:prSet presAssocID="{373FB301-AA3B-4EC2-9D02-45C7A7D681A0}" presName="sibTrans" presStyleCnt="0"/>
      <dgm:spPr/>
    </dgm:pt>
    <dgm:pt modelId="{AFADCAF5-C1A1-42DE-92EC-B0935D5172D7}" type="pres">
      <dgm:prSet presAssocID="{C40A8812-79C3-469C-88B1-90DA5F69ED9F}" presName="node" presStyleLbl="node1" presStyleIdx="1" presStyleCnt="5">
        <dgm:presLayoutVars>
          <dgm:bulletEnabled val="1"/>
        </dgm:presLayoutVars>
      </dgm:prSet>
      <dgm:spPr/>
    </dgm:pt>
    <dgm:pt modelId="{00F01172-F502-4233-B50B-F7BD15B4365B}" type="pres">
      <dgm:prSet presAssocID="{F860B8C6-5D3F-48E9-8F7B-EF9FA997250C}" presName="sibTrans" presStyleCnt="0"/>
      <dgm:spPr/>
    </dgm:pt>
    <dgm:pt modelId="{0DA8DD82-6FDE-4A09-97CD-A20892704DDC}" type="pres">
      <dgm:prSet presAssocID="{28E7B739-2320-414A-93F8-D1F4A4325E0E}" presName="node" presStyleLbl="node1" presStyleIdx="2" presStyleCnt="5">
        <dgm:presLayoutVars>
          <dgm:bulletEnabled val="1"/>
        </dgm:presLayoutVars>
      </dgm:prSet>
      <dgm:spPr/>
    </dgm:pt>
    <dgm:pt modelId="{164BEC1B-653E-4B37-AF8C-A1CF1DAA6483}" type="pres">
      <dgm:prSet presAssocID="{8BE6C30A-9279-4304-B81A-24C91B80FB56}" presName="sibTrans" presStyleCnt="0"/>
      <dgm:spPr/>
    </dgm:pt>
    <dgm:pt modelId="{B3E05FDC-742D-4DAF-AF60-9CDC4A3BF390}" type="pres">
      <dgm:prSet presAssocID="{2125FA59-C5EB-47F9-AE78-17C8B21A0A2D}" presName="node" presStyleLbl="node1" presStyleIdx="3" presStyleCnt="5">
        <dgm:presLayoutVars>
          <dgm:bulletEnabled val="1"/>
        </dgm:presLayoutVars>
      </dgm:prSet>
      <dgm:spPr/>
    </dgm:pt>
    <dgm:pt modelId="{7154D8D2-A74B-4A4E-9915-6E59D26B9545}" type="pres">
      <dgm:prSet presAssocID="{F03E90C8-E296-4EAA-B789-D80F676D9BB4}" presName="sibTrans" presStyleCnt="0"/>
      <dgm:spPr/>
    </dgm:pt>
    <dgm:pt modelId="{26EE8796-451D-48F3-925C-5C2311915D5B}" type="pres">
      <dgm:prSet presAssocID="{747ED953-7179-42E2-8081-066A69A297C3}" presName="node" presStyleLbl="node1" presStyleIdx="4" presStyleCnt="5">
        <dgm:presLayoutVars>
          <dgm:bulletEnabled val="1"/>
        </dgm:presLayoutVars>
      </dgm:prSet>
      <dgm:spPr/>
    </dgm:pt>
  </dgm:ptLst>
  <dgm:cxnLst>
    <dgm:cxn modelId="{45A8482C-0E10-44F1-AC9A-6218EEE265DB}" type="presOf" srcId="{747ED953-7179-42E2-8081-066A69A297C3}" destId="{26EE8796-451D-48F3-925C-5C2311915D5B}" srcOrd="0" destOrd="0" presId="urn:microsoft.com/office/officeart/2005/8/layout/default"/>
    <dgm:cxn modelId="{87C0DA31-5422-43DA-BC31-26C076AAF0DD}" srcId="{28E7B739-2320-414A-93F8-D1F4A4325E0E}" destId="{2AB9BCF7-4952-4376-8913-3059B9ABF2BC}" srcOrd="2" destOrd="0" parTransId="{D9EA9164-C6CD-43A8-952E-AC5A62E8B435}" sibTransId="{ABDF1320-CE11-4610-8DAB-64BE07019467}"/>
    <dgm:cxn modelId="{BC4C5C35-B55D-4287-A5BD-CD38F919E14F}" type="presOf" srcId="{2125FA59-C5EB-47F9-AE78-17C8B21A0A2D}" destId="{B3E05FDC-742D-4DAF-AF60-9CDC4A3BF390}" srcOrd="0" destOrd="0" presId="urn:microsoft.com/office/officeart/2005/8/layout/default"/>
    <dgm:cxn modelId="{B6FD7336-F77D-47C6-BF49-A46050718236}" srcId="{30EB7A98-0F5F-44F7-8F39-5892BF210FC4}" destId="{2125FA59-C5EB-47F9-AE78-17C8B21A0A2D}" srcOrd="3" destOrd="0" parTransId="{A2ABFC21-90ED-4734-9ED2-E4F00D246BDE}" sibTransId="{F03E90C8-E296-4EAA-B789-D80F676D9BB4}"/>
    <dgm:cxn modelId="{C7C7C33D-5EBD-4FD8-B0FD-371AE8300F94}" type="presOf" srcId="{28E7B739-2320-414A-93F8-D1F4A4325E0E}" destId="{0DA8DD82-6FDE-4A09-97CD-A20892704DDC}" srcOrd="0" destOrd="0" presId="urn:microsoft.com/office/officeart/2005/8/layout/default"/>
    <dgm:cxn modelId="{F3582084-8531-4015-ABDF-B93FF75C6E47}" srcId="{28E7B739-2320-414A-93F8-D1F4A4325E0E}" destId="{AC1ACCDB-850D-417C-AF1E-65D02260B670}" srcOrd="1" destOrd="0" parTransId="{53432B76-8D39-4C65-93B0-FD69AFFF88D3}" sibTransId="{5C89B563-9FEE-4B6F-8AB8-4EED36E74F07}"/>
    <dgm:cxn modelId="{8243828C-6688-46D9-9765-20E5A9B4F979}" srcId="{28E7B739-2320-414A-93F8-D1F4A4325E0E}" destId="{F0EE4D56-F020-443F-A905-4818B5C16D3C}" srcOrd="0" destOrd="0" parTransId="{AF081D2A-11F2-4704-8719-CE151F293D13}" sibTransId="{2C19BD00-915F-40F1-B1F6-57293288CF71}"/>
    <dgm:cxn modelId="{F1DFEB94-CBFF-46EC-9C4D-6A8156600061}" type="presOf" srcId="{AC1ACCDB-850D-417C-AF1E-65D02260B670}" destId="{0DA8DD82-6FDE-4A09-97CD-A20892704DDC}" srcOrd="0" destOrd="2" presId="urn:microsoft.com/office/officeart/2005/8/layout/default"/>
    <dgm:cxn modelId="{EBFC69A0-06EA-4AC8-89F2-956509D1C6D0}" type="presOf" srcId="{F0EE4D56-F020-443F-A905-4818B5C16D3C}" destId="{0DA8DD82-6FDE-4A09-97CD-A20892704DDC}" srcOrd="0" destOrd="1" presId="urn:microsoft.com/office/officeart/2005/8/layout/default"/>
    <dgm:cxn modelId="{82BBA3C2-F89F-440C-B0CA-E2BD2391134C}" type="presOf" srcId="{C40A8812-79C3-469C-88B1-90DA5F69ED9F}" destId="{AFADCAF5-C1A1-42DE-92EC-B0935D5172D7}" srcOrd="0" destOrd="0" presId="urn:microsoft.com/office/officeart/2005/8/layout/default"/>
    <dgm:cxn modelId="{763E25C8-B0D4-44CE-B8FD-41300C81F07C}" srcId="{30EB7A98-0F5F-44F7-8F39-5892BF210FC4}" destId="{C40A8812-79C3-469C-88B1-90DA5F69ED9F}" srcOrd="1" destOrd="0" parTransId="{5983FE4B-9AB5-4DBF-8491-67D80AC78827}" sibTransId="{F860B8C6-5D3F-48E9-8F7B-EF9FA997250C}"/>
    <dgm:cxn modelId="{F9EC27D2-7DDD-4765-8454-9FAEBA586477}" srcId="{30EB7A98-0F5F-44F7-8F39-5892BF210FC4}" destId="{0F30AD11-1392-4596-918F-498B0454020A}" srcOrd="0" destOrd="0" parTransId="{85982106-1B74-4661-BCFE-C014AF7500BB}" sibTransId="{373FB301-AA3B-4EC2-9D02-45C7A7D681A0}"/>
    <dgm:cxn modelId="{818293DB-F2DA-4F99-9F78-2F686F18DBBF}" type="presOf" srcId="{0F30AD11-1392-4596-918F-498B0454020A}" destId="{F773C912-7354-4D36-85E0-F4A344B3F8BD}" srcOrd="0" destOrd="0" presId="urn:microsoft.com/office/officeart/2005/8/layout/default"/>
    <dgm:cxn modelId="{F4DF19DF-5E19-4870-8E05-BB8E62B61A12}" type="presOf" srcId="{30EB7A98-0F5F-44F7-8F39-5892BF210FC4}" destId="{F5CAC8E5-AC5A-4855-9622-FFB004F34EC5}" srcOrd="0" destOrd="0" presId="urn:microsoft.com/office/officeart/2005/8/layout/default"/>
    <dgm:cxn modelId="{B11ACCE1-B79D-400B-80BA-E83B445F119D}" type="presOf" srcId="{2AB9BCF7-4952-4376-8913-3059B9ABF2BC}" destId="{0DA8DD82-6FDE-4A09-97CD-A20892704DDC}" srcOrd="0" destOrd="3" presId="urn:microsoft.com/office/officeart/2005/8/layout/default"/>
    <dgm:cxn modelId="{285B08EF-70D6-4DD1-A482-221639D8607C}" srcId="{30EB7A98-0F5F-44F7-8F39-5892BF210FC4}" destId="{28E7B739-2320-414A-93F8-D1F4A4325E0E}" srcOrd="2" destOrd="0" parTransId="{690AD154-355F-4667-A344-45AA6F618499}" sibTransId="{8BE6C30A-9279-4304-B81A-24C91B80FB56}"/>
    <dgm:cxn modelId="{9AEA81EF-CDB2-45C5-A512-94C185804327}" srcId="{30EB7A98-0F5F-44F7-8F39-5892BF210FC4}" destId="{747ED953-7179-42E2-8081-066A69A297C3}" srcOrd="4" destOrd="0" parTransId="{F9ADF918-7312-42B2-BF0F-3BFDB6C69AE3}" sibTransId="{08FFFC57-2E31-4003-8D17-B2859C808B12}"/>
    <dgm:cxn modelId="{A20F0BBE-D13E-45E1-AE8C-BE764968E49D}" type="presParOf" srcId="{F5CAC8E5-AC5A-4855-9622-FFB004F34EC5}" destId="{F773C912-7354-4D36-85E0-F4A344B3F8BD}" srcOrd="0" destOrd="0" presId="urn:microsoft.com/office/officeart/2005/8/layout/default"/>
    <dgm:cxn modelId="{6E0C9EB5-C226-4321-8C2A-29F790A6F7A7}" type="presParOf" srcId="{F5CAC8E5-AC5A-4855-9622-FFB004F34EC5}" destId="{6F1C890D-55BF-463A-BCF4-F47BD1BC1383}" srcOrd="1" destOrd="0" presId="urn:microsoft.com/office/officeart/2005/8/layout/default"/>
    <dgm:cxn modelId="{9A4E1DC5-15C5-4FF9-A080-7B5CD94FA232}" type="presParOf" srcId="{F5CAC8E5-AC5A-4855-9622-FFB004F34EC5}" destId="{AFADCAF5-C1A1-42DE-92EC-B0935D5172D7}" srcOrd="2" destOrd="0" presId="urn:microsoft.com/office/officeart/2005/8/layout/default"/>
    <dgm:cxn modelId="{978CD8D5-2914-4982-A5A1-5BC877D51610}" type="presParOf" srcId="{F5CAC8E5-AC5A-4855-9622-FFB004F34EC5}" destId="{00F01172-F502-4233-B50B-F7BD15B4365B}" srcOrd="3" destOrd="0" presId="urn:microsoft.com/office/officeart/2005/8/layout/default"/>
    <dgm:cxn modelId="{214BF531-8BF5-4617-B7C2-2801D21A5CD5}" type="presParOf" srcId="{F5CAC8E5-AC5A-4855-9622-FFB004F34EC5}" destId="{0DA8DD82-6FDE-4A09-97CD-A20892704DDC}" srcOrd="4" destOrd="0" presId="urn:microsoft.com/office/officeart/2005/8/layout/default"/>
    <dgm:cxn modelId="{EB4D2035-0D6F-4A81-A773-25634071857A}" type="presParOf" srcId="{F5CAC8E5-AC5A-4855-9622-FFB004F34EC5}" destId="{164BEC1B-653E-4B37-AF8C-A1CF1DAA6483}" srcOrd="5" destOrd="0" presId="urn:microsoft.com/office/officeart/2005/8/layout/default"/>
    <dgm:cxn modelId="{5B1B8C00-CA0E-4DAC-AEC0-71BD7B0A7B70}" type="presParOf" srcId="{F5CAC8E5-AC5A-4855-9622-FFB004F34EC5}" destId="{B3E05FDC-742D-4DAF-AF60-9CDC4A3BF390}" srcOrd="6" destOrd="0" presId="urn:microsoft.com/office/officeart/2005/8/layout/default"/>
    <dgm:cxn modelId="{B2A03461-C2BC-4457-ACAC-D07B2E8CF93D}" type="presParOf" srcId="{F5CAC8E5-AC5A-4855-9622-FFB004F34EC5}" destId="{7154D8D2-A74B-4A4E-9915-6E59D26B9545}" srcOrd="7" destOrd="0" presId="urn:microsoft.com/office/officeart/2005/8/layout/default"/>
    <dgm:cxn modelId="{FA796EDD-5A19-4631-8440-939B47C9B78F}" type="presParOf" srcId="{F5CAC8E5-AC5A-4855-9622-FFB004F34EC5}" destId="{26EE8796-451D-48F3-925C-5C2311915D5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21D404-F2BC-4335-A0C9-E986DBCBDB2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D2D864-554C-487F-9617-440F6EF11151}">
      <dgm:prSet/>
      <dgm:spPr/>
      <dgm:t>
        <a:bodyPr/>
        <a:lstStyle/>
        <a:p>
          <a:r>
            <a:rPr lang="en-US" dirty="0"/>
            <a:t>Retrieves internal PDF documents only</a:t>
          </a:r>
        </a:p>
      </dgm:t>
    </dgm:pt>
    <dgm:pt modelId="{B64EA8E2-F61E-4FA6-B39B-4C04DB36B2B7}" type="parTrans" cxnId="{0EA433EF-C65F-46CE-92A8-C6735D79375E}">
      <dgm:prSet/>
      <dgm:spPr/>
      <dgm:t>
        <a:bodyPr/>
        <a:lstStyle/>
        <a:p>
          <a:endParaRPr lang="en-US"/>
        </a:p>
      </dgm:t>
    </dgm:pt>
    <dgm:pt modelId="{86AEE470-A330-4CB0-803F-B2FB7FCE14F3}" type="sibTrans" cxnId="{0EA433EF-C65F-46CE-92A8-C6735D79375E}">
      <dgm:prSet/>
      <dgm:spPr/>
      <dgm:t>
        <a:bodyPr/>
        <a:lstStyle/>
        <a:p>
          <a:endParaRPr lang="en-US"/>
        </a:p>
      </dgm:t>
    </dgm:pt>
    <dgm:pt modelId="{D21D4E38-15BA-497F-A46F-2E24FEC1B891}">
      <dgm:prSet/>
      <dgm:spPr/>
      <dgm:t>
        <a:bodyPr/>
        <a:lstStyle/>
        <a:p>
          <a:r>
            <a:rPr lang="en-US"/>
            <a:t>Generates structured briefing-style answers</a:t>
          </a:r>
        </a:p>
      </dgm:t>
    </dgm:pt>
    <dgm:pt modelId="{2530288B-8182-4F60-A777-CCD8FF5650FC}" type="parTrans" cxnId="{648EE0C2-7B42-4C53-9F1E-C6435A231F7C}">
      <dgm:prSet/>
      <dgm:spPr/>
      <dgm:t>
        <a:bodyPr/>
        <a:lstStyle/>
        <a:p>
          <a:endParaRPr lang="en-US"/>
        </a:p>
      </dgm:t>
    </dgm:pt>
    <dgm:pt modelId="{A5A304CD-6933-44A9-9386-C7F88BA414E3}" type="sibTrans" cxnId="{648EE0C2-7B42-4C53-9F1E-C6435A231F7C}">
      <dgm:prSet/>
      <dgm:spPr/>
      <dgm:t>
        <a:bodyPr/>
        <a:lstStyle/>
        <a:p>
          <a:endParaRPr lang="en-US"/>
        </a:p>
      </dgm:t>
    </dgm:pt>
    <dgm:pt modelId="{63D28B4C-2F10-432E-BD7C-55E84A2A2D12}">
      <dgm:prSet/>
      <dgm:spPr/>
      <dgm:t>
        <a:bodyPr/>
        <a:lstStyle/>
        <a:p>
          <a:r>
            <a:rPr lang="en-US"/>
            <a:t>Automatically cites document + page number</a:t>
          </a:r>
        </a:p>
      </dgm:t>
    </dgm:pt>
    <dgm:pt modelId="{0B001639-8708-44F0-8892-15D3C50BD97E}" type="parTrans" cxnId="{BB255724-90D2-4D75-9A7F-7F476621AEA1}">
      <dgm:prSet/>
      <dgm:spPr/>
      <dgm:t>
        <a:bodyPr/>
        <a:lstStyle/>
        <a:p>
          <a:endParaRPr lang="en-US"/>
        </a:p>
      </dgm:t>
    </dgm:pt>
    <dgm:pt modelId="{DE435002-5777-4BFD-990C-C18295BFC049}" type="sibTrans" cxnId="{BB255724-90D2-4D75-9A7F-7F476621AEA1}">
      <dgm:prSet/>
      <dgm:spPr/>
      <dgm:t>
        <a:bodyPr/>
        <a:lstStyle/>
        <a:p>
          <a:endParaRPr lang="en-US"/>
        </a:p>
      </dgm:t>
    </dgm:pt>
    <dgm:pt modelId="{08BE6F59-C26D-48BC-9E57-48D588607080}">
      <dgm:prSet/>
      <dgm:spPr/>
      <dgm:t>
        <a:bodyPr/>
        <a:lstStyle/>
        <a:p>
          <a:r>
            <a:rPr lang="en-US" dirty="0"/>
            <a:t>Enforces guardrails:</a:t>
          </a:r>
        </a:p>
      </dgm:t>
    </dgm:pt>
    <dgm:pt modelId="{D5C5CB2D-5768-4877-8DD5-80CC653A4145}" type="parTrans" cxnId="{704DAE3D-9141-4374-8974-D5AAB827DC17}">
      <dgm:prSet/>
      <dgm:spPr/>
      <dgm:t>
        <a:bodyPr/>
        <a:lstStyle/>
        <a:p>
          <a:endParaRPr lang="en-US"/>
        </a:p>
      </dgm:t>
    </dgm:pt>
    <dgm:pt modelId="{B32FCDD8-A12A-423B-894A-DD9A3D11CB04}" type="sibTrans" cxnId="{704DAE3D-9141-4374-8974-D5AAB827DC17}">
      <dgm:prSet/>
      <dgm:spPr/>
      <dgm:t>
        <a:bodyPr/>
        <a:lstStyle/>
        <a:p>
          <a:endParaRPr lang="en-US"/>
        </a:p>
      </dgm:t>
    </dgm:pt>
    <dgm:pt modelId="{B41113F5-E4C6-4F92-9E31-1EEE6822E463}">
      <dgm:prSet/>
      <dgm:spPr/>
      <dgm:t>
        <a:bodyPr/>
        <a:lstStyle/>
        <a:p>
          <a:r>
            <a:rPr lang="en-US"/>
            <a:t>Prevents overclaims</a:t>
          </a:r>
        </a:p>
      </dgm:t>
    </dgm:pt>
    <dgm:pt modelId="{F5D909A0-D958-426E-97E3-89BC4F39A5E6}" type="parTrans" cxnId="{3BDADA10-058D-4CE9-9849-7B02A8FD943A}">
      <dgm:prSet/>
      <dgm:spPr/>
      <dgm:t>
        <a:bodyPr/>
        <a:lstStyle/>
        <a:p>
          <a:endParaRPr lang="en-US"/>
        </a:p>
      </dgm:t>
    </dgm:pt>
    <dgm:pt modelId="{5D8916B7-F265-4594-9844-D491FAB77AF5}" type="sibTrans" cxnId="{3BDADA10-058D-4CE9-9849-7B02A8FD943A}">
      <dgm:prSet/>
      <dgm:spPr/>
      <dgm:t>
        <a:bodyPr/>
        <a:lstStyle/>
        <a:p>
          <a:endParaRPr lang="en-US"/>
        </a:p>
      </dgm:t>
    </dgm:pt>
    <dgm:pt modelId="{3C681D3F-AC2F-429E-BBDA-255ACC88C855}">
      <dgm:prSet/>
      <dgm:spPr/>
      <dgm:t>
        <a:bodyPr/>
        <a:lstStyle/>
        <a:p>
          <a:r>
            <a:rPr lang="en-US"/>
            <a:t>Flags out-of-scope topics</a:t>
          </a:r>
        </a:p>
      </dgm:t>
    </dgm:pt>
    <dgm:pt modelId="{4D92D900-6B78-4556-AEE7-F1C8426100FB}" type="parTrans" cxnId="{7454F642-ED5F-44F4-89A7-709CA96FF92C}">
      <dgm:prSet/>
      <dgm:spPr/>
      <dgm:t>
        <a:bodyPr/>
        <a:lstStyle/>
        <a:p>
          <a:endParaRPr lang="en-US"/>
        </a:p>
      </dgm:t>
    </dgm:pt>
    <dgm:pt modelId="{2662D8F0-8277-4E51-9648-98B4B3F7FAB1}" type="sibTrans" cxnId="{7454F642-ED5F-44F4-89A7-709CA96FF92C}">
      <dgm:prSet/>
      <dgm:spPr/>
      <dgm:t>
        <a:bodyPr/>
        <a:lstStyle/>
        <a:p>
          <a:endParaRPr lang="en-US"/>
        </a:p>
      </dgm:t>
    </dgm:pt>
    <dgm:pt modelId="{74C25141-E6AF-48D9-A015-183F9CDB43DB}">
      <dgm:prSet/>
      <dgm:spPr/>
      <dgm:t>
        <a:bodyPr/>
        <a:lstStyle/>
        <a:p>
          <a:r>
            <a:rPr lang="en-US"/>
            <a:t>Requires disclaimer</a:t>
          </a:r>
        </a:p>
      </dgm:t>
    </dgm:pt>
    <dgm:pt modelId="{FE582C99-C560-4478-85C5-B14E9CC656C3}" type="parTrans" cxnId="{D7585B00-00AA-4E99-BD04-1BD6F0549A0B}">
      <dgm:prSet/>
      <dgm:spPr/>
      <dgm:t>
        <a:bodyPr/>
        <a:lstStyle/>
        <a:p>
          <a:endParaRPr lang="en-US"/>
        </a:p>
      </dgm:t>
    </dgm:pt>
    <dgm:pt modelId="{99116B89-9B20-4AFB-BF3E-7EBB845D821D}" type="sibTrans" cxnId="{D7585B00-00AA-4E99-BD04-1BD6F0549A0B}">
      <dgm:prSet/>
      <dgm:spPr/>
      <dgm:t>
        <a:bodyPr/>
        <a:lstStyle/>
        <a:p>
          <a:endParaRPr lang="en-US"/>
        </a:p>
      </dgm:t>
    </dgm:pt>
    <dgm:pt modelId="{61B19492-F688-4EE4-A082-BCA351D75367}">
      <dgm:prSet/>
      <dgm:spPr/>
      <dgm:t>
        <a:bodyPr/>
        <a:lstStyle/>
        <a:p>
          <a:r>
            <a:rPr lang="en-US" b="0" dirty="0"/>
            <a:t>Combines speed, transparency, and governance.</a:t>
          </a:r>
        </a:p>
      </dgm:t>
    </dgm:pt>
    <dgm:pt modelId="{72E18030-D78A-45EE-A0C3-E361889B9442}" type="parTrans" cxnId="{C8B56197-09C5-445F-AF6A-18BB96BC69C6}">
      <dgm:prSet/>
      <dgm:spPr/>
      <dgm:t>
        <a:bodyPr/>
        <a:lstStyle/>
        <a:p>
          <a:endParaRPr lang="en-US"/>
        </a:p>
      </dgm:t>
    </dgm:pt>
    <dgm:pt modelId="{B70CD1D2-809F-4B1E-BC81-15EA074A4197}" type="sibTrans" cxnId="{C8B56197-09C5-445F-AF6A-18BB96BC69C6}">
      <dgm:prSet/>
      <dgm:spPr/>
      <dgm:t>
        <a:bodyPr/>
        <a:lstStyle/>
        <a:p>
          <a:endParaRPr lang="en-US"/>
        </a:p>
      </dgm:t>
    </dgm:pt>
    <dgm:pt modelId="{06615536-0FFD-4AE0-88CC-25736E1B8461}">
      <dgm:prSet/>
      <dgm:spPr/>
      <dgm:t>
        <a:bodyPr/>
        <a:lstStyle/>
        <a:p>
          <a:pPr>
            <a:buNone/>
          </a:pPr>
          <a:r>
            <a:rPr lang="en-US" b="1" dirty="0"/>
            <a:t>Primary Users: Advocacy and Community Issues staff preparing policy briefings </a:t>
          </a:r>
        </a:p>
      </dgm:t>
    </dgm:pt>
    <dgm:pt modelId="{BBDEED55-F342-4458-ACFE-B35343735CD8}" type="parTrans" cxnId="{F2769F17-7C03-49D8-8104-AE6ADCCCC50D}">
      <dgm:prSet/>
      <dgm:spPr/>
      <dgm:t>
        <a:bodyPr/>
        <a:lstStyle/>
        <a:p>
          <a:endParaRPr lang="en-US"/>
        </a:p>
      </dgm:t>
    </dgm:pt>
    <dgm:pt modelId="{B46A236D-02BB-428B-8991-B2B0B75A978A}" type="sibTrans" cxnId="{F2769F17-7C03-49D8-8104-AE6ADCCCC50D}">
      <dgm:prSet/>
      <dgm:spPr/>
      <dgm:t>
        <a:bodyPr/>
        <a:lstStyle/>
        <a:p>
          <a:endParaRPr lang="en-US"/>
        </a:p>
      </dgm:t>
    </dgm:pt>
    <dgm:pt modelId="{36E82CE1-1CEB-4350-B7A7-7D0B138EB767}" type="pres">
      <dgm:prSet presAssocID="{2221D404-F2BC-4335-A0C9-E986DBCBDB2B}" presName="linear" presStyleCnt="0">
        <dgm:presLayoutVars>
          <dgm:dir/>
          <dgm:animLvl val="lvl"/>
          <dgm:resizeHandles val="exact"/>
        </dgm:presLayoutVars>
      </dgm:prSet>
      <dgm:spPr/>
    </dgm:pt>
    <dgm:pt modelId="{77809AFF-A1EB-466C-8D3F-42A10346EDD5}" type="pres">
      <dgm:prSet presAssocID="{EDD2D864-554C-487F-9617-440F6EF11151}" presName="parentLin" presStyleCnt="0"/>
      <dgm:spPr/>
    </dgm:pt>
    <dgm:pt modelId="{6B97E99E-88B9-4A21-9838-DB8F5E7C9619}" type="pres">
      <dgm:prSet presAssocID="{EDD2D864-554C-487F-9617-440F6EF11151}" presName="parentLeftMargin" presStyleLbl="node1" presStyleIdx="0" presStyleCnt="6"/>
      <dgm:spPr/>
    </dgm:pt>
    <dgm:pt modelId="{63504E99-BBD7-415F-B2DC-2BDDBE982F92}" type="pres">
      <dgm:prSet presAssocID="{EDD2D864-554C-487F-9617-440F6EF1115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9D4AD2B-837D-4C15-B4C7-815E5D77E0D7}" type="pres">
      <dgm:prSet presAssocID="{EDD2D864-554C-487F-9617-440F6EF11151}" presName="negativeSpace" presStyleCnt="0"/>
      <dgm:spPr/>
    </dgm:pt>
    <dgm:pt modelId="{7EE7FA0C-0B8D-4A0D-8098-0233366B03F1}" type="pres">
      <dgm:prSet presAssocID="{EDD2D864-554C-487F-9617-440F6EF11151}" presName="childText" presStyleLbl="conFgAcc1" presStyleIdx="0" presStyleCnt="6">
        <dgm:presLayoutVars>
          <dgm:bulletEnabled val="1"/>
        </dgm:presLayoutVars>
      </dgm:prSet>
      <dgm:spPr/>
    </dgm:pt>
    <dgm:pt modelId="{E205E6A0-88BB-405E-B2AD-F35CD7A19409}" type="pres">
      <dgm:prSet presAssocID="{86AEE470-A330-4CB0-803F-B2FB7FCE14F3}" presName="spaceBetweenRectangles" presStyleCnt="0"/>
      <dgm:spPr/>
    </dgm:pt>
    <dgm:pt modelId="{0E4C13A7-2078-4DA0-B7DC-9B9EECEB4CEB}" type="pres">
      <dgm:prSet presAssocID="{D21D4E38-15BA-497F-A46F-2E24FEC1B891}" presName="parentLin" presStyleCnt="0"/>
      <dgm:spPr/>
    </dgm:pt>
    <dgm:pt modelId="{F8408F15-02FD-4718-88E7-44C2D85607C4}" type="pres">
      <dgm:prSet presAssocID="{D21D4E38-15BA-497F-A46F-2E24FEC1B891}" presName="parentLeftMargin" presStyleLbl="node1" presStyleIdx="0" presStyleCnt="6"/>
      <dgm:spPr/>
    </dgm:pt>
    <dgm:pt modelId="{9EDE7A85-8DD2-4AD1-98CF-598AFD007821}" type="pres">
      <dgm:prSet presAssocID="{D21D4E38-15BA-497F-A46F-2E24FEC1B89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BB9D27A-4960-4D7F-BE47-33ABE7E6F662}" type="pres">
      <dgm:prSet presAssocID="{D21D4E38-15BA-497F-A46F-2E24FEC1B891}" presName="negativeSpace" presStyleCnt="0"/>
      <dgm:spPr/>
    </dgm:pt>
    <dgm:pt modelId="{C959B70C-3A37-4C4A-BF2A-694FA7581AD0}" type="pres">
      <dgm:prSet presAssocID="{D21D4E38-15BA-497F-A46F-2E24FEC1B891}" presName="childText" presStyleLbl="conFgAcc1" presStyleIdx="1" presStyleCnt="6">
        <dgm:presLayoutVars>
          <dgm:bulletEnabled val="1"/>
        </dgm:presLayoutVars>
      </dgm:prSet>
      <dgm:spPr/>
    </dgm:pt>
    <dgm:pt modelId="{BA6CE681-16FB-4694-8BCF-7A73E3C2E261}" type="pres">
      <dgm:prSet presAssocID="{A5A304CD-6933-44A9-9386-C7F88BA414E3}" presName="spaceBetweenRectangles" presStyleCnt="0"/>
      <dgm:spPr/>
    </dgm:pt>
    <dgm:pt modelId="{67C799C2-18ED-44CB-A397-84E8CAB284EE}" type="pres">
      <dgm:prSet presAssocID="{63D28B4C-2F10-432E-BD7C-55E84A2A2D12}" presName="parentLin" presStyleCnt="0"/>
      <dgm:spPr/>
    </dgm:pt>
    <dgm:pt modelId="{7F6F663F-AED8-4474-9076-75F98EFA2787}" type="pres">
      <dgm:prSet presAssocID="{63D28B4C-2F10-432E-BD7C-55E84A2A2D12}" presName="parentLeftMargin" presStyleLbl="node1" presStyleIdx="1" presStyleCnt="6"/>
      <dgm:spPr/>
    </dgm:pt>
    <dgm:pt modelId="{3FD91D4C-464E-43D9-A48F-893733EA74C7}" type="pres">
      <dgm:prSet presAssocID="{63D28B4C-2F10-432E-BD7C-55E84A2A2D1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9A7A511-9BB7-45FD-9F40-DA0E3AFD41E2}" type="pres">
      <dgm:prSet presAssocID="{63D28B4C-2F10-432E-BD7C-55E84A2A2D12}" presName="negativeSpace" presStyleCnt="0"/>
      <dgm:spPr/>
    </dgm:pt>
    <dgm:pt modelId="{F5AEE630-CF1A-4E48-890E-BC6919E06A6E}" type="pres">
      <dgm:prSet presAssocID="{63D28B4C-2F10-432E-BD7C-55E84A2A2D12}" presName="childText" presStyleLbl="conFgAcc1" presStyleIdx="2" presStyleCnt="6">
        <dgm:presLayoutVars>
          <dgm:bulletEnabled val="1"/>
        </dgm:presLayoutVars>
      </dgm:prSet>
      <dgm:spPr/>
    </dgm:pt>
    <dgm:pt modelId="{C0611C4B-AA84-4935-86EA-07F873EAAD4F}" type="pres">
      <dgm:prSet presAssocID="{DE435002-5777-4BFD-990C-C18295BFC049}" presName="spaceBetweenRectangles" presStyleCnt="0"/>
      <dgm:spPr/>
    </dgm:pt>
    <dgm:pt modelId="{8DEE659E-C416-4B36-8E73-46A6B2C73D27}" type="pres">
      <dgm:prSet presAssocID="{08BE6F59-C26D-48BC-9E57-48D588607080}" presName="parentLin" presStyleCnt="0"/>
      <dgm:spPr/>
    </dgm:pt>
    <dgm:pt modelId="{426EEA73-4F02-463E-9CC1-B9EAC22767A6}" type="pres">
      <dgm:prSet presAssocID="{08BE6F59-C26D-48BC-9E57-48D588607080}" presName="parentLeftMargin" presStyleLbl="node1" presStyleIdx="2" presStyleCnt="6"/>
      <dgm:spPr/>
    </dgm:pt>
    <dgm:pt modelId="{1ED26F0A-0E70-4181-B13D-C67D1CB5A674}" type="pres">
      <dgm:prSet presAssocID="{08BE6F59-C26D-48BC-9E57-48D58860708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2CDC4C9-97B1-4039-A1F7-C8DFE21E25E7}" type="pres">
      <dgm:prSet presAssocID="{08BE6F59-C26D-48BC-9E57-48D588607080}" presName="negativeSpace" presStyleCnt="0"/>
      <dgm:spPr/>
    </dgm:pt>
    <dgm:pt modelId="{547038AE-1760-4C09-9FAA-2BAF10104B69}" type="pres">
      <dgm:prSet presAssocID="{08BE6F59-C26D-48BC-9E57-48D588607080}" presName="childText" presStyleLbl="conFgAcc1" presStyleIdx="3" presStyleCnt="6">
        <dgm:presLayoutVars>
          <dgm:bulletEnabled val="1"/>
        </dgm:presLayoutVars>
      </dgm:prSet>
      <dgm:spPr/>
    </dgm:pt>
    <dgm:pt modelId="{29D8B7EA-19AD-4BAB-83F3-A0718295DF81}" type="pres">
      <dgm:prSet presAssocID="{B32FCDD8-A12A-423B-894A-DD9A3D11CB04}" presName="spaceBetweenRectangles" presStyleCnt="0"/>
      <dgm:spPr/>
    </dgm:pt>
    <dgm:pt modelId="{C0E293E0-F848-4107-80EC-7D25A4BABE82}" type="pres">
      <dgm:prSet presAssocID="{61B19492-F688-4EE4-A082-BCA351D75367}" presName="parentLin" presStyleCnt="0"/>
      <dgm:spPr/>
    </dgm:pt>
    <dgm:pt modelId="{34E9279B-BA28-46B4-AA9B-B9911F64C41A}" type="pres">
      <dgm:prSet presAssocID="{61B19492-F688-4EE4-A082-BCA351D75367}" presName="parentLeftMargin" presStyleLbl="node1" presStyleIdx="3" presStyleCnt="6"/>
      <dgm:spPr/>
    </dgm:pt>
    <dgm:pt modelId="{BA38E9C1-3848-4F3F-BF77-3AA86CF026A9}" type="pres">
      <dgm:prSet presAssocID="{61B19492-F688-4EE4-A082-BCA351D7536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764B0A9-3654-496E-8F64-0F696A994437}" type="pres">
      <dgm:prSet presAssocID="{61B19492-F688-4EE4-A082-BCA351D75367}" presName="negativeSpace" presStyleCnt="0"/>
      <dgm:spPr/>
    </dgm:pt>
    <dgm:pt modelId="{5A1D024E-22B9-4C48-A2FC-EADDBBE11216}" type="pres">
      <dgm:prSet presAssocID="{61B19492-F688-4EE4-A082-BCA351D75367}" presName="childText" presStyleLbl="conFgAcc1" presStyleIdx="4" presStyleCnt="6">
        <dgm:presLayoutVars>
          <dgm:bulletEnabled val="1"/>
        </dgm:presLayoutVars>
      </dgm:prSet>
      <dgm:spPr/>
    </dgm:pt>
    <dgm:pt modelId="{0D68BAA1-56F7-4F04-B601-829C089376EA}" type="pres">
      <dgm:prSet presAssocID="{B70CD1D2-809F-4B1E-BC81-15EA074A4197}" presName="spaceBetweenRectangles" presStyleCnt="0"/>
      <dgm:spPr/>
    </dgm:pt>
    <dgm:pt modelId="{455C4101-2AF2-4814-A402-60B2E5EE48E3}" type="pres">
      <dgm:prSet presAssocID="{06615536-0FFD-4AE0-88CC-25736E1B8461}" presName="parentLin" presStyleCnt="0"/>
      <dgm:spPr/>
    </dgm:pt>
    <dgm:pt modelId="{8B814752-42CA-4C86-8E25-1CB00B62EE68}" type="pres">
      <dgm:prSet presAssocID="{06615536-0FFD-4AE0-88CC-25736E1B8461}" presName="parentLeftMargin" presStyleLbl="node1" presStyleIdx="4" presStyleCnt="6"/>
      <dgm:spPr/>
    </dgm:pt>
    <dgm:pt modelId="{72925289-A1F7-4292-A67B-802A930D2A7E}" type="pres">
      <dgm:prSet presAssocID="{06615536-0FFD-4AE0-88CC-25736E1B8461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B2BD479-0A02-4BF7-A3C2-98C6685B0C29}" type="pres">
      <dgm:prSet presAssocID="{06615536-0FFD-4AE0-88CC-25736E1B8461}" presName="negativeSpace" presStyleCnt="0"/>
      <dgm:spPr/>
    </dgm:pt>
    <dgm:pt modelId="{69D19029-0F1E-409F-BBBB-8F36BF847656}" type="pres">
      <dgm:prSet presAssocID="{06615536-0FFD-4AE0-88CC-25736E1B846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D7585B00-00AA-4E99-BD04-1BD6F0549A0B}" srcId="{08BE6F59-C26D-48BC-9E57-48D588607080}" destId="{74C25141-E6AF-48D9-A015-183F9CDB43DB}" srcOrd="2" destOrd="0" parTransId="{FE582C99-C560-4478-85C5-B14E9CC656C3}" sibTransId="{99116B89-9B20-4AFB-BF3E-7EBB845D821D}"/>
    <dgm:cxn modelId="{4DE9580F-8B47-4727-A70A-CB3BEA517FF9}" type="presOf" srcId="{63D28B4C-2F10-432E-BD7C-55E84A2A2D12}" destId="{3FD91D4C-464E-43D9-A48F-893733EA74C7}" srcOrd="1" destOrd="0" presId="urn:microsoft.com/office/officeart/2005/8/layout/list1"/>
    <dgm:cxn modelId="{3BDADA10-058D-4CE9-9849-7B02A8FD943A}" srcId="{08BE6F59-C26D-48BC-9E57-48D588607080}" destId="{B41113F5-E4C6-4F92-9E31-1EEE6822E463}" srcOrd="0" destOrd="0" parTransId="{F5D909A0-D958-426E-97E3-89BC4F39A5E6}" sibTransId="{5D8916B7-F265-4594-9844-D491FAB77AF5}"/>
    <dgm:cxn modelId="{F2769F17-7C03-49D8-8104-AE6ADCCCC50D}" srcId="{2221D404-F2BC-4335-A0C9-E986DBCBDB2B}" destId="{06615536-0FFD-4AE0-88CC-25736E1B8461}" srcOrd="5" destOrd="0" parTransId="{BBDEED55-F342-4458-ACFE-B35343735CD8}" sibTransId="{B46A236D-02BB-428B-8991-B2B0B75A978A}"/>
    <dgm:cxn modelId="{FCEC6C24-0097-4FD0-BE76-5B15DBEBB039}" type="presOf" srcId="{EDD2D864-554C-487F-9617-440F6EF11151}" destId="{63504E99-BBD7-415F-B2DC-2BDDBE982F92}" srcOrd="1" destOrd="0" presId="urn:microsoft.com/office/officeart/2005/8/layout/list1"/>
    <dgm:cxn modelId="{BB255724-90D2-4D75-9A7F-7F476621AEA1}" srcId="{2221D404-F2BC-4335-A0C9-E986DBCBDB2B}" destId="{63D28B4C-2F10-432E-BD7C-55E84A2A2D12}" srcOrd="2" destOrd="0" parTransId="{0B001639-8708-44F0-8892-15D3C50BD97E}" sibTransId="{DE435002-5777-4BFD-990C-C18295BFC049}"/>
    <dgm:cxn modelId="{36164B2A-3F30-4566-98F6-592C7E0728BC}" type="presOf" srcId="{B41113F5-E4C6-4F92-9E31-1EEE6822E463}" destId="{547038AE-1760-4C09-9FAA-2BAF10104B69}" srcOrd="0" destOrd="0" presId="urn:microsoft.com/office/officeart/2005/8/layout/list1"/>
    <dgm:cxn modelId="{6DEE2D37-0F47-462A-87E6-05AC78357A1E}" type="presOf" srcId="{EDD2D864-554C-487F-9617-440F6EF11151}" destId="{6B97E99E-88B9-4A21-9838-DB8F5E7C9619}" srcOrd="0" destOrd="0" presId="urn:microsoft.com/office/officeart/2005/8/layout/list1"/>
    <dgm:cxn modelId="{1AE4753C-4ECA-4F50-9EA3-B6340BDDA1F9}" type="presOf" srcId="{06615536-0FFD-4AE0-88CC-25736E1B8461}" destId="{72925289-A1F7-4292-A67B-802A930D2A7E}" srcOrd="1" destOrd="0" presId="urn:microsoft.com/office/officeart/2005/8/layout/list1"/>
    <dgm:cxn modelId="{704DAE3D-9141-4374-8974-D5AAB827DC17}" srcId="{2221D404-F2BC-4335-A0C9-E986DBCBDB2B}" destId="{08BE6F59-C26D-48BC-9E57-48D588607080}" srcOrd="3" destOrd="0" parTransId="{D5C5CB2D-5768-4877-8DD5-80CC653A4145}" sibTransId="{B32FCDD8-A12A-423B-894A-DD9A3D11CB04}"/>
    <dgm:cxn modelId="{7454F642-ED5F-44F4-89A7-709CA96FF92C}" srcId="{08BE6F59-C26D-48BC-9E57-48D588607080}" destId="{3C681D3F-AC2F-429E-BBDA-255ACC88C855}" srcOrd="1" destOrd="0" parTransId="{4D92D900-6B78-4556-AEE7-F1C8426100FB}" sibTransId="{2662D8F0-8277-4E51-9648-98B4B3F7FAB1}"/>
    <dgm:cxn modelId="{549B9B65-5DEA-47BB-BC46-EFBF3E812223}" type="presOf" srcId="{3C681D3F-AC2F-429E-BBDA-255ACC88C855}" destId="{547038AE-1760-4C09-9FAA-2BAF10104B69}" srcOrd="0" destOrd="1" presId="urn:microsoft.com/office/officeart/2005/8/layout/list1"/>
    <dgm:cxn modelId="{713C334B-50D1-4F17-AE6C-E8D6B1F63F74}" type="presOf" srcId="{61B19492-F688-4EE4-A082-BCA351D75367}" destId="{BA38E9C1-3848-4F3F-BF77-3AA86CF026A9}" srcOrd="1" destOrd="0" presId="urn:microsoft.com/office/officeart/2005/8/layout/list1"/>
    <dgm:cxn modelId="{8DFA2E79-ABDA-44A2-9919-352EBB979AB7}" type="presOf" srcId="{D21D4E38-15BA-497F-A46F-2E24FEC1B891}" destId="{9EDE7A85-8DD2-4AD1-98CF-598AFD007821}" srcOrd="1" destOrd="0" presId="urn:microsoft.com/office/officeart/2005/8/layout/list1"/>
    <dgm:cxn modelId="{5BB31F7D-E07D-4993-B0B6-0E84589BFD48}" type="presOf" srcId="{74C25141-E6AF-48D9-A015-183F9CDB43DB}" destId="{547038AE-1760-4C09-9FAA-2BAF10104B69}" srcOrd="0" destOrd="2" presId="urn:microsoft.com/office/officeart/2005/8/layout/list1"/>
    <dgm:cxn modelId="{0CE3C894-F807-4D90-A5F9-F7B04DAC9A38}" type="presOf" srcId="{08BE6F59-C26D-48BC-9E57-48D588607080}" destId="{426EEA73-4F02-463E-9CC1-B9EAC22767A6}" srcOrd="0" destOrd="0" presId="urn:microsoft.com/office/officeart/2005/8/layout/list1"/>
    <dgm:cxn modelId="{C8B56197-09C5-445F-AF6A-18BB96BC69C6}" srcId="{2221D404-F2BC-4335-A0C9-E986DBCBDB2B}" destId="{61B19492-F688-4EE4-A082-BCA351D75367}" srcOrd="4" destOrd="0" parTransId="{72E18030-D78A-45EE-A0C3-E361889B9442}" sibTransId="{B70CD1D2-809F-4B1E-BC81-15EA074A4197}"/>
    <dgm:cxn modelId="{222B90B6-2549-4204-9140-EF08E5AF2DD3}" type="presOf" srcId="{08BE6F59-C26D-48BC-9E57-48D588607080}" destId="{1ED26F0A-0E70-4181-B13D-C67D1CB5A674}" srcOrd="1" destOrd="0" presId="urn:microsoft.com/office/officeart/2005/8/layout/list1"/>
    <dgm:cxn modelId="{074351C0-E0ED-4F14-967B-639D5CEA9360}" type="presOf" srcId="{06615536-0FFD-4AE0-88CC-25736E1B8461}" destId="{8B814752-42CA-4C86-8E25-1CB00B62EE68}" srcOrd="0" destOrd="0" presId="urn:microsoft.com/office/officeart/2005/8/layout/list1"/>
    <dgm:cxn modelId="{648EE0C2-7B42-4C53-9F1E-C6435A231F7C}" srcId="{2221D404-F2BC-4335-A0C9-E986DBCBDB2B}" destId="{D21D4E38-15BA-497F-A46F-2E24FEC1B891}" srcOrd="1" destOrd="0" parTransId="{2530288B-8182-4F60-A777-CCD8FF5650FC}" sibTransId="{A5A304CD-6933-44A9-9386-C7F88BA414E3}"/>
    <dgm:cxn modelId="{D7C025DE-FA18-4924-9CA8-77BA3126B05E}" type="presOf" srcId="{61B19492-F688-4EE4-A082-BCA351D75367}" destId="{34E9279B-BA28-46B4-AA9B-B9911F64C41A}" srcOrd="0" destOrd="0" presId="urn:microsoft.com/office/officeart/2005/8/layout/list1"/>
    <dgm:cxn modelId="{0EA433EF-C65F-46CE-92A8-C6735D79375E}" srcId="{2221D404-F2BC-4335-A0C9-E986DBCBDB2B}" destId="{EDD2D864-554C-487F-9617-440F6EF11151}" srcOrd="0" destOrd="0" parTransId="{B64EA8E2-F61E-4FA6-B39B-4C04DB36B2B7}" sibTransId="{86AEE470-A330-4CB0-803F-B2FB7FCE14F3}"/>
    <dgm:cxn modelId="{70C266F0-F470-4F49-AB93-30D8BF25D09E}" type="presOf" srcId="{2221D404-F2BC-4335-A0C9-E986DBCBDB2B}" destId="{36E82CE1-1CEB-4350-B7A7-7D0B138EB767}" srcOrd="0" destOrd="0" presId="urn:microsoft.com/office/officeart/2005/8/layout/list1"/>
    <dgm:cxn modelId="{4A2F6CF2-C9FE-4DA0-A07A-112E4B3CF024}" type="presOf" srcId="{63D28B4C-2F10-432E-BD7C-55E84A2A2D12}" destId="{7F6F663F-AED8-4474-9076-75F98EFA2787}" srcOrd="0" destOrd="0" presId="urn:microsoft.com/office/officeart/2005/8/layout/list1"/>
    <dgm:cxn modelId="{39DD51F9-2882-4701-9CB3-3174F03675F8}" type="presOf" srcId="{D21D4E38-15BA-497F-A46F-2E24FEC1B891}" destId="{F8408F15-02FD-4718-88E7-44C2D85607C4}" srcOrd="0" destOrd="0" presId="urn:microsoft.com/office/officeart/2005/8/layout/list1"/>
    <dgm:cxn modelId="{F10E283E-F5F0-479D-9816-1C92F97DA8B8}" type="presParOf" srcId="{36E82CE1-1CEB-4350-B7A7-7D0B138EB767}" destId="{77809AFF-A1EB-466C-8D3F-42A10346EDD5}" srcOrd="0" destOrd="0" presId="urn:microsoft.com/office/officeart/2005/8/layout/list1"/>
    <dgm:cxn modelId="{818AC7CB-F369-49C2-B682-5CD7EB5BBADD}" type="presParOf" srcId="{77809AFF-A1EB-466C-8D3F-42A10346EDD5}" destId="{6B97E99E-88B9-4A21-9838-DB8F5E7C9619}" srcOrd="0" destOrd="0" presId="urn:microsoft.com/office/officeart/2005/8/layout/list1"/>
    <dgm:cxn modelId="{2F21F3CD-C4F6-4367-93A5-B8BABB841AE8}" type="presParOf" srcId="{77809AFF-A1EB-466C-8D3F-42A10346EDD5}" destId="{63504E99-BBD7-415F-B2DC-2BDDBE982F92}" srcOrd="1" destOrd="0" presId="urn:microsoft.com/office/officeart/2005/8/layout/list1"/>
    <dgm:cxn modelId="{05940BA2-E381-4447-AFD1-19D93DBDE8B3}" type="presParOf" srcId="{36E82CE1-1CEB-4350-B7A7-7D0B138EB767}" destId="{F9D4AD2B-837D-4C15-B4C7-815E5D77E0D7}" srcOrd="1" destOrd="0" presId="urn:microsoft.com/office/officeart/2005/8/layout/list1"/>
    <dgm:cxn modelId="{9E682A37-E83C-4997-8E7B-4AB7A11570F6}" type="presParOf" srcId="{36E82CE1-1CEB-4350-B7A7-7D0B138EB767}" destId="{7EE7FA0C-0B8D-4A0D-8098-0233366B03F1}" srcOrd="2" destOrd="0" presId="urn:microsoft.com/office/officeart/2005/8/layout/list1"/>
    <dgm:cxn modelId="{AFE1C1CD-9D77-4D2A-9248-91B5F7103D4C}" type="presParOf" srcId="{36E82CE1-1CEB-4350-B7A7-7D0B138EB767}" destId="{E205E6A0-88BB-405E-B2AD-F35CD7A19409}" srcOrd="3" destOrd="0" presId="urn:microsoft.com/office/officeart/2005/8/layout/list1"/>
    <dgm:cxn modelId="{A9397F50-C107-45CC-A845-E1041E481FB9}" type="presParOf" srcId="{36E82CE1-1CEB-4350-B7A7-7D0B138EB767}" destId="{0E4C13A7-2078-4DA0-B7DC-9B9EECEB4CEB}" srcOrd="4" destOrd="0" presId="urn:microsoft.com/office/officeart/2005/8/layout/list1"/>
    <dgm:cxn modelId="{FA12E852-E19E-4EFE-9F04-9F132B00B837}" type="presParOf" srcId="{0E4C13A7-2078-4DA0-B7DC-9B9EECEB4CEB}" destId="{F8408F15-02FD-4718-88E7-44C2D85607C4}" srcOrd="0" destOrd="0" presId="urn:microsoft.com/office/officeart/2005/8/layout/list1"/>
    <dgm:cxn modelId="{F75C4CF6-56C1-4467-8A78-9593AD84E6B0}" type="presParOf" srcId="{0E4C13A7-2078-4DA0-B7DC-9B9EECEB4CEB}" destId="{9EDE7A85-8DD2-4AD1-98CF-598AFD007821}" srcOrd="1" destOrd="0" presId="urn:microsoft.com/office/officeart/2005/8/layout/list1"/>
    <dgm:cxn modelId="{305673E8-D9F7-483B-B03E-70998B5C3C4C}" type="presParOf" srcId="{36E82CE1-1CEB-4350-B7A7-7D0B138EB767}" destId="{8BB9D27A-4960-4D7F-BE47-33ABE7E6F662}" srcOrd="5" destOrd="0" presId="urn:microsoft.com/office/officeart/2005/8/layout/list1"/>
    <dgm:cxn modelId="{D95F8C7A-C2CA-48E0-A62B-719C3B540AE5}" type="presParOf" srcId="{36E82CE1-1CEB-4350-B7A7-7D0B138EB767}" destId="{C959B70C-3A37-4C4A-BF2A-694FA7581AD0}" srcOrd="6" destOrd="0" presId="urn:microsoft.com/office/officeart/2005/8/layout/list1"/>
    <dgm:cxn modelId="{A68C078D-067C-48BD-A96A-0CDE3428F617}" type="presParOf" srcId="{36E82CE1-1CEB-4350-B7A7-7D0B138EB767}" destId="{BA6CE681-16FB-4694-8BCF-7A73E3C2E261}" srcOrd="7" destOrd="0" presId="urn:microsoft.com/office/officeart/2005/8/layout/list1"/>
    <dgm:cxn modelId="{8B7FB85C-CD65-4313-ABA0-D7D6658845AC}" type="presParOf" srcId="{36E82CE1-1CEB-4350-B7A7-7D0B138EB767}" destId="{67C799C2-18ED-44CB-A397-84E8CAB284EE}" srcOrd="8" destOrd="0" presId="urn:microsoft.com/office/officeart/2005/8/layout/list1"/>
    <dgm:cxn modelId="{987BC3AB-B6C7-4F1C-B702-4FD884E31A22}" type="presParOf" srcId="{67C799C2-18ED-44CB-A397-84E8CAB284EE}" destId="{7F6F663F-AED8-4474-9076-75F98EFA2787}" srcOrd="0" destOrd="0" presId="urn:microsoft.com/office/officeart/2005/8/layout/list1"/>
    <dgm:cxn modelId="{6161191E-D386-48FC-A0A1-466D9985A335}" type="presParOf" srcId="{67C799C2-18ED-44CB-A397-84E8CAB284EE}" destId="{3FD91D4C-464E-43D9-A48F-893733EA74C7}" srcOrd="1" destOrd="0" presId="urn:microsoft.com/office/officeart/2005/8/layout/list1"/>
    <dgm:cxn modelId="{CE16A13F-5C40-4CDC-A9D4-EAB66B2C081D}" type="presParOf" srcId="{36E82CE1-1CEB-4350-B7A7-7D0B138EB767}" destId="{59A7A511-9BB7-45FD-9F40-DA0E3AFD41E2}" srcOrd="9" destOrd="0" presId="urn:microsoft.com/office/officeart/2005/8/layout/list1"/>
    <dgm:cxn modelId="{98F435CE-21A4-401E-BC4F-A5D3CBD0F13B}" type="presParOf" srcId="{36E82CE1-1CEB-4350-B7A7-7D0B138EB767}" destId="{F5AEE630-CF1A-4E48-890E-BC6919E06A6E}" srcOrd="10" destOrd="0" presId="urn:microsoft.com/office/officeart/2005/8/layout/list1"/>
    <dgm:cxn modelId="{AE91B155-C8A6-4173-B791-E0F881942CBF}" type="presParOf" srcId="{36E82CE1-1CEB-4350-B7A7-7D0B138EB767}" destId="{C0611C4B-AA84-4935-86EA-07F873EAAD4F}" srcOrd="11" destOrd="0" presId="urn:microsoft.com/office/officeart/2005/8/layout/list1"/>
    <dgm:cxn modelId="{F66C67B5-5248-4970-AA85-D3D204953EF3}" type="presParOf" srcId="{36E82CE1-1CEB-4350-B7A7-7D0B138EB767}" destId="{8DEE659E-C416-4B36-8E73-46A6B2C73D27}" srcOrd="12" destOrd="0" presId="urn:microsoft.com/office/officeart/2005/8/layout/list1"/>
    <dgm:cxn modelId="{52F0DFE1-95B2-41C2-ACDB-5417AA8B109B}" type="presParOf" srcId="{8DEE659E-C416-4B36-8E73-46A6B2C73D27}" destId="{426EEA73-4F02-463E-9CC1-B9EAC22767A6}" srcOrd="0" destOrd="0" presId="urn:microsoft.com/office/officeart/2005/8/layout/list1"/>
    <dgm:cxn modelId="{73482C8B-F8B6-4E22-8B18-756F96861578}" type="presParOf" srcId="{8DEE659E-C416-4B36-8E73-46A6B2C73D27}" destId="{1ED26F0A-0E70-4181-B13D-C67D1CB5A674}" srcOrd="1" destOrd="0" presId="urn:microsoft.com/office/officeart/2005/8/layout/list1"/>
    <dgm:cxn modelId="{F0B23395-611C-4318-AC5D-3F4380C6515C}" type="presParOf" srcId="{36E82CE1-1CEB-4350-B7A7-7D0B138EB767}" destId="{F2CDC4C9-97B1-4039-A1F7-C8DFE21E25E7}" srcOrd="13" destOrd="0" presId="urn:microsoft.com/office/officeart/2005/8/layout/list1"/>
    <dgm:cxn modelId="{056439F2-3A3A-4B2B-9B93-AFA48DE7005B}" type="presParOf" srcId="{36E82CE1-1CEB-4350-B7A7-7D0B138EB767}" destId="{547038AE-1760-4C09-9FAA-2BAF10104B69}" srcOrd="14" destOrd="0" presId="urn:microsoft.com/office/officeart/2005/8/layout/list1"/>
    <dgm:cxn modelId="{2629501F-6A7B-49B1-83EB-EC832C814604}" type="presParOf" srcId="{36E82CE1-1CEB-4350-B7A7-7D0B138EB767}" destId="{29D8B7EA-19AD-4BAB-83F3-A0718295DF81}" srcOrd="15" destOrd="0" presId="urn:microsoft.com/office/officeart/2005/8/layout/list1"/>
    <dgm:cxn modelId="{2F6A9973-2E7B-4E51-B539-8B8DD0BE4653}" type="presParOf" srcId="{36E82CE1-1CEB-4350-B7A7-7D0B138EB767}" destId="{C0E293E0-F848-4107-80EC-7D25A4BABE82}" srcOrd="16" destOrd="0" presId="urn:microsoft.com/office/officeart/2005/8/layout/list1"/>
    <dgm:cxn modelId="{A9721887-6F97-4F75-AF96-AC6DE8EDA156}" type="presParOf" srcId="{C0E293E0-F848-4107-80EC-7D25A4BABE82}" destId="{34E9279B-BA28-46B4-AA9B-B9911F64C41A}" srcOrd="0" destOrd="0" presId="urn:microsoft.com/office/officeart/2005/8/layout/list1"/>
    <dgm:cxn modelId="{E39959B0-D320-49E6-A45C-DC4F289D6A13}" type="presParOf" srcId="{C0E293E0-F848-4107-80EC-7D25A4BABE82}" destId="{BA38E9C1-3848-4F3F-BF77-3AA86CF026A9}" srcOrd="1" destOrd="0" presId="urn:microsoft.com/office/officeart/2005/8/layout/list1"/>
    <dgm:cxn modelId="{18FAB61E-7327-4184-ABFC-A6C3346597CB}" type="presParOf" srcId="{36E82CE1-1CEB-4350-B7A7-7D0B138EB767}" destId="{7764B0A9-3654-496E-8F64-0F696A994437}" srcOrd="17" destOrd="0" presId="urn:microsoft.com/office/officeart/2005/8/layout/list1"/>
    <dgm:cxn modelId="{7BB0D57C-CF5B-4BCC-9612-8CE1A8E4F345}" type="presParOf" srcId="{36E82CE1-1CEB-4350-B7A7-7D0B138EB767}" destId="{5A1D024E-22B9-4C48-A2FC-EADDBBE11216}" srcOrd="18" destOrd="0" presId="urn:microsoft.com/office/officeart/2005/8/layout/list1"/>
    <dgm:cxn modelId="{CA58B619-AE9C-4218-92AA-89C83B3137DB}" type="presParOf" srcId="{36E82CE1-1CEB-4350-B7A7-7D0B138EB767}" destId="{0D68BAA1-56F7-4F04-B601-829C089376EA}" srcOrd="19" destOrd="0" presId="urn:microsoft.com/office/officeart/2005/8/layout/list1"/>
    <dgm:cxn modelId="{40FE526F-7740-40D2-BB25-CBC81C4DB10D}" type="presParOf" srcId="{36E82CE1-1CEB-4350-B7A7-7D0B138EB767}" destId="{455C4101-2AF2-4814-A402-60B2E5EE48E3}" srcOrd="20" destOrd="0" presId="urn:microsoft.com/office/officeart/2005/8/layout/list1"/>
    <dgm:cxn modelId="{1C816CBB-742C-40DA-B61F-2C22F47DCBC8}" type="presParOf" srcId="{455C4101-2AF2-4814-A402-60B2E5EE48E3}" destId="{8B814752-42CA-4C86-8E25-1CB00B62EE68}" srcOrd="0" destOrd="0" presId="urn:microsoft.com/office/officeart/2005/8/layout/list1"/>
    <dgm:cxn modelId="{9DA5FF9A-7DA2-40D8-8BE4-33C36648D0EE}" type="presParOf" srcId="{455C4101-2AF2-4814-A402-60B2E5EE48E3}" destId="{72925289-A1F7-4292-A67B-802A930D2A7E}" srcOrd="1" destOrd="0" presId="urn:microsoft.com/office/officeart/2005/8/layout/list1"/>
    <dgm:cxn modelId="{68E53A95-DC75-45DE-9DC3-5BC0486BEBBB}" type="presParOf" srcId="{36E82CE1-1CEB-4350-B7A7-7D0B138EB767}" destId="{2B2BD479-0A02-4BF7-A3C2-98C6685B0C29}" srcOrd="21" destOrd="0" presId="urn:microsoft.com/office/officeart/2005/8/layout/list1"/>
    <dgm:cxn modelId="{EF0A737B-0DE2-40C0-BE7F-E5D8BA0D4CA0}" type="presParOf" srcId="{36E82CE1-1CEB-4350-B7A7-7D0B138EB767}" destId="{69D19029-0F1E-409F-BBBB-8F36BF84765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CD563A-746C-408E-AE3F-7652CD3FBF9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B8B36D6-F935-4AF5-9B20-4F18CCFC0A96}">
      <dgm:prSet/>
      <dgm:spPr/>
      <dgm:t>
        <a:bodyPr/>
        <a:lstStyle/>
        <a:p>
          <a:r>
            <a:rPr lang="en-US"/>
            <a:t>PDFs</a:t>
          </a:r>
        </a:p>
      </dgm:t>
    </dgm:pt>
    <dgm:pt modelId="{D6436123-3AD8-4617-8EE7-B206E2123D70}" type="parTrans" cxnId="{9BEF0576-B947-43DD-9673-83F63287B3E0}">
      <dgm:prSet/>
      <dgm:spPr/>
      <dgm:t>
        <a:bodyPr/>
        <a:lstStyle/>
        <a:p>
          <a:endParaRPr lang="en-US"/>
        </a:p>
      </dgm:t>
    </dgm:pt>
    <dgm:pt modelId="{E8E08147-6DA8-4B5E-B361-9357A6946AFE}" type="sibTrans" cxnId="{9BEF0576-B947-43DD-9673-83F63287B3E0}">
      <dgm:prSet/>
      <dgm:spPr/>
      <dgm:t>
        <a:bodyPr/>
        <a:lstStyle/>
        <a:p>
          <a:endParaRPr lang="en-US" b="1"/>
        </a:p>
      </dgm:t>
    </dgm:pt>
    <dgm:pt modelId="{B58FCFE9-C020-445D-9C66-B1E242259511}">
      <dgm:prSet/>
      <dgm:spPr/>
      <dgm:t>
        <a:bodyPr/>
        <a:lstStyle/>
        <a:p>
          <a:r>
            <a:rPr lang="en-US"/>
            <a:t>Chunking</a:t>
          </a:r>
        </a:p>
      </dgm:t>
    </dgm:pt>
    <dgm:pt modelId="{AB30CA01-0DD9-42D4-BDED-3D5DC69C12CB}" type="parTrans" cxnId="{85D07731-FA9E-47D6-B1EA-C68D706891A2}">
      <dgm:prSet/>
      <dgm:spPr/>
      <dgm:t>
        <a:bodyPr/>
        <a:lstStyle/>
        <a:p>
          <a:endParaRPr lang="en-US"/>
        </a:p>
      </dgm:t>
    </dgm:pt>
    <dgm:pt modelId="{E663EA28-37EC-487F-80D6-B72A73B50335}" type="sibTrans" cxnId="{85D07731-FA9E-47D6-B1EA-C68D706891A2}">
      <dgm:prSet/>
      <dgm:spPr/>
      <dgm:t>
        <a:bodyPr/>
        <a:lstStyle/>
        <a:p>
          <a:endParaRPr lang="en-US" b="0" u="none"/>
        </a:p>
      </dgm:t>
    </dgm:pt>
    <dgm:pt modelId="{7467D4D3-7818-4CC2-AA17-08EB21A68F39}">
      <dgm:prSet/>
      <dgm:spPr/>
      <dgm:t>
        <a:bodyPr/>
        <a:lstStyle/>
        <a:p>
          <a:r>
            <a:rPr lang="en-US"/>
            <a:t>Metadata</a:t>
          </a:r>
        </a:p>
      </dgm:t>
    </dgm:pt>
    <dgm:pt modelId="{302CCF24-E354-41D9-99FB-BD23EF2D21D9}" type="parTrans" cxnId="{5869E950-F672-49EF-A45E-139656A6CD84}">
      <dgm:prSet/>
      <dgm:spPr/>
      <dgm:t>
        <a:bodyPr/>
        <a:lstStyle/>
        <a:p>
          <a:endParaRPr lang="en-US"/>
        </a:p>
      </dgm:t>
    </dgm:pt>
    <dgm:pt modelId="{C3103275-5D61-4EB5-8BF9-8908CA514226}" type="sibTrans" cxnId="{5869E950-F672-49EF-A45E-139656A6CD84}">
      <dgm:prSet/>
      <dgm:spPr/>
      <dgm:t>
        <a:bodyPr/>
        <a:lstStyle/>
        <a:p>
          <a:endParaRPr lang="en-US"/>
        </a:p>
      </dgm:t>
    </dgm:pt>
    <dgm:pt modelId="{51E7643C-C660-4AAF-BABA-4156739B96AE}">
      <dgm:prSet/>
      <dgm:spPr/>
      <dgm:t>
        <a:bodyPr/>
        <a:lstStyle/>
        <a:p>
          <a:r>
            <a:rPr lang="en-US"/>
            <a:t>TF-IDF Retrieval</a:t>
          </a:r>
        </a:p>
      </dgm:t>
    </dgm:pt>
    <dgm:pt modelId="{9F0D7E26-A310-40AC-8427-CAB9A73F545B}" type="parTrans" cxnId="{8EFF151A-68B4-44B9-B25B-2EABB9DEFD3C}">
      <dgm:prSet/>
      <dgm:spPr/>
      <dgm:t>
        <a:bodyPr/>
        <a:lstStyle/>
        <a:p>
          <a:endParaRPr lang="en-US"/>
        </a:p>
      </dgm:t>
    </dgm:pt>
    <dgm:pt modelId="{8D5A1E3D-FA41-419A-82C0-E3BA8CD76398}" type="sibTrans" cxnId="{8EFF151A-68B4-44B9-B25B-2EABB9DEFD3C}">
      <dgm:prSet/>
      <dgm:spPr/>
      <dgm:t>
        <a:bodyPr/>
        <a:lstStyle/>
        <a:p>
          <a:endParaRPr lang="en-US"/>
        </a:p>
      </dgm:t>
    </dgm:pt>
    <dgm:pt modelId="{DA52BC08-00CA-4987-A008-700B252E98F8}">
      <dgm:prSet/>
      <dgm:spPr/>
      <dgm:t>
        <a:bodyPr/>
        <a:lstStyle/>
        <a:p>
          <a:r>
            <a:rPr lang="en-US"/>
            <a:t>Guardrail Validation</a:t>
          </a:r>
        </a:p>
      </dgm:t>
    </dgm:pt>
    <dgm:pt modelId="{2B4A0E8C-B042-40F5-80E9-125F07824A95}" type="parTrans" cxnId="{E91358A4-11FB-4AF0-B8F7-3C6DB2AC2943}">
      <dgm:prSet/>
      <dgm:spPr/>
      <dgm:t>
        <a:bodyPr/>
        <a:lstStyle/>
        <a:p>
          <a:endParaRPr lang="en-US"/>
        </a:p>
      </dgm:t>
    </dgm:pt>
    <dgm:pt modelId="{437B3039-2921-4296-AAE3-1402F5470702}" type="sibTrans" cxnId="{E91358A4-11FB-4AF0-B8F7-3C6DB2AC2943}">
      <dgm:prSet/>
      <dgm:spPr/>
      <dgm:t>
        <a:bodyPr/>
        <a:lstStyle/>
        <a:p>
          <a:endParaRPr lang="en-US"/>
        </a:p>
      </dgm:t>
    </dgm:pt>
    <dgm:pt modelId="{FF07388F-DCB2-4FC6-89C5-6F51C7300763}">
      <dgm:prSet/>
      <dgm:spPr/>
      <dgm:t>
        <a:bodyPr/>
        <a:lstStyle/>
        <a:p>
          <a:r>
            <a:rPr lang="en-US"/>
            <a:t>Structured Output + Disclaimer</a:t>
          </a:r>
        </a:p>
      </dgm:t>
    </dgm:pt>
    <dgm:pt modelId="{D38A79A7-AEA5-42BF-8FB0-8F38D5E806CC}" type="parTrans" cxnId="{34ACFF4B-BC15-488C-9C16-C1324DBE33DA}">
      <dgm:prSet/>
      <dgm:spPr/>
      <dgm:t>
        <a:bodyPr/>
        <a:lstStyle/>
        <a:p>
          <a:endParaRPr lang="en-US"/>
        </a:p>
      </dgm:t>
    </dgm:pt>
    <dgm:pt modelId="{CB147106-4873-44E3-A6F7-A03549233DE0}" type="sibTrans" cxnId="{34ACFF4B-BC15-488C-9C16-C1324DBE33DA}">
      <dgm:prSet/>
      <dgm:spPr/>
      <dgm:t>
        <a:bodyPr/>
        <a:lstStyle/>
        <a:p>
          <a:endParaRPr lang="en-US"/>
        </a:p>
      </dgm:t>
    </dgm:pt>
    <dgm:pt modelId="{C9863788-EE00-4B61-BFA8-BEFD54507044}" type="pres">
      <dgm:prSet presAssocID="{82CD563A-746C-408E-AE3F-7652CD3FBF90}" presName="Name0" presStyleCnt="0">
        <dgm:presLayoutVars>
          <dgm:dir/>
          <dgm:resizeHandles val="exact"/>
        </dgm:presLayoutVars>
      </dgm:prSet>
      <dgm:spPr/>
    </dgm:pt>
    <dgm:pt modelId="{4AB1D1C3-1F62-4789-B210-0E47046A25B2}" type="pres">
      <dgm:prSet presAssocID="{FB8B36D6-F935-4AF5-9B20-4F18CCFC0A96}" presName="node" presStyleLbl="node1" presStyleIdx="0" presStyleCnt="6">
        <dgm:presLayoutVars>
          <dgm:bulletEnabled val="1"/>
        </dgm:presLayoutVars>
      </dgm:prSet>
      <dgm:spPr/>
    </dgm:pt>
    <dgm:pt modelId="{CEF9A279-1EAD-42F9-8877-2C071621EAD4}" type="pres">
      <dgm:prSet presAssocID="{E8E08147-6DA8-4B5E-B361-9357A6946AFE}" presName="sibTrans" presStyleLbl="sibTrans1D1" presStyleIdx="0" presStyleCnt="5"/>
      <dgm:spPr/>
    </dgm:pt>
    <dgm:pt modelId="{A40F5EF1-DBFA-41CF-B29C-85304B9382FD}" type="pres">
      <dgm:prSet presAssocID="{E8E08147-6DA8-4B5E-B361-9357A6946AFE}" presName="connectorText" presStyleLbl="sibTrans1D1" presStyleIdx="0" presStyleCnt="5"/>
      <dgm:spPr/>
    </dgm:pt>
    <dgm:pt modelId="{78C7D6B0-A06F-4CAC-9289-86233914D145}" type="pres">
      <dgm:prSet presAssocID="{B58FCFE9-C020-445D-9C66-B1E242259511}" presName="node" presStyleLbl="node1" presStyleIdx="1" presStyleCnt="6">
        <dgm:presLayoutVars>
          <dgm:bulletEnabled val="1"/>
        </dgm:presLayoutVars>
      </dgm:prSet>
      <dgm:spPr/>
    </dgm:pt>
    <dgm:pt modelId="{17593411-5BD9-4618-A102-F4B7AB906186}" type="pres">
      <dgm:prSet presAssocID="{E663EA28-37EC-487F-80D6-B72A73B50335}" presName="sibTrans" presStyleLbl="sibTrans1D1" presStyleIdx="1" presStyleCnt="5"/>
      <dgm:spPr/>
    </dgm:pt>
    <dgm:pt modelId="{ADD0BEC8-0A03-49D2-9727-F2E307AA8248}" type="pres">
      <dgm:prSet presAssocID="{E663EA28-37EC-487F-80D6-B72A73B50335}" presName="connectorText" presStyleLbl="sibTrans1D1" presStyleIdx="1" presStyleCnt="5"/>
      <dgm:spPr/>
    </dgm:pt>
    <dgm:pt modelId="{79744100-7D95-44ED-A0B4-76E81343BB92}" type="pres">
      <dgm:prSet presAssocID="{7467D4D3-7818-4CC2-AA17-08EB21A68F39}" presName="node" presStyleLbl="node1" presStyleIdx="2" presStyleCnt="6">
        <dgm:presLayoutVars>
          <dgm:bulletEnabled val="1"/>
        </dgm:presLayoutVars>
      </dgm:prSet>
      <dgm:spPr/>
    </dgm:pt>
    <dgm:pt modelId="{9D4D107E-1A79-4921-B465-FD6BE7254EBC}" type="pres">
      <dgm:prSet presAssocID="{C3103275-5D61-4EB5-8BF9-8908CA514226}" presName="sibTrans" presStyleLbl="sibTrans1D1" presStyleIdx="2" presStyleCnt="5"/>
      <dgm:spPr/>
    </dgm:pt>
    <dgm:pt modelId="{A4EEB04A-B293-4F65-A194-8EDD06C8D2B9}" type="pres">
      <dgm:prSet presAssocID="{C3103275-5D61-4EB5-8BF9-8908CA514226}" presName="connectorText" presStyleLbl="sibTrans1D1" presStyleIdx="2" presStyleCnt="5"/>
      <dgm:spPr/>
    </dgm:pt>
    <dgm:pt modelId="{8113FFCB-4EE4-4B4D-B750-3D29F7AA998B}" type="pres">
      <dgm:prSet presAssocID="{51E7643C-C660-4AAF-BABA-4156739B96AE}" presName="node" presStyleLbl="node1" presStyleIdx="3" presStyleCnt="6">
        <dgm:presLayoutVars>
          <dgm:bulletEnabled val="1"/>
        </dgm:presLayoutVars>
      </dgm:prSet>
      <dgm:spPr/>
    </dgm:pt>
    <dgm:pt modelId="{493B8DF9-77AB-4A3F-8D44-8E3DCB40424A}" type="pres">
      <dgm:prSet presAssocID="{8D5A1E3D-FA41-419A-82C0-E3BA8CD76398}" presName="sibTrans" presStyleLbl="sibTrans1D1" presStyleIdx="3" presStyleCnt="5"/>
      <dgm:spPr/>
    </dgm:pt>
    <dgm:pt modelId="{F4509DBC-9313-418D-B1C9-C79D988C12FA}" type="pres">
      <dgm:prSet presAssocID="{8D5A1E3D-FA41-419A-82C0-E3BA8CD76398}" presName="connectorText" presStyleLbl="sibTrans1D1" presStyleIdx="3" presStyleCnt="5"/>
      <dgm:spPr/>
    </dgm:pt>
    <dgm:pt modelId="{EB1BFCFD-A840-4822-9289-0F18A717FE95}" type="pres">
      <dgm:prSet presAssocID="{DA52BC08-00CA-4987-A008-700B252E98F8}" presName="node" presStyleLbl="node1" presStyleIdx="4" presStyleCnt="6">
        <dgm:presLayoutVars>
          <dgm:bulletEnabled val="1"/>
        </dgm:presLayoutVars>
      </dgm:prSet>
      <dgm:spPr/>
    </dgm:pt>
    <dgm:pt modelId="{6A3375B0-97A8-4932-8AED-2A004B05124C}" type="pres">
      <dgm:prSet presAssocID="{437B3039-2921-4296-AAE3-1402F5470702}" presName="sibTrans" presStyleLbl="sibTrans1D1" presStyleIdx="4" presStyleCnt="5"/>
      <dgm:spPr/>
    </dgm:pt>
    <dgm:pt modelId="{A0B01202-8BC5-4A97-9957-994B98F3622A}" type="pres">
      <dgm:prSet presAssocID="{437B3039-2921-4296-AAE3-1402F5470702}" presName="connectorText" presStyleLbl="sibTrans1D1" presStyleIdx="4" presStyleCnt="5"/>
      <dgm:spPr/>
    </dgm:pt>
    <dgm:pt modelId="{A3D8E7A1-CBD1-4C6C-9857-EFDE4687E9B7}" type="pres">
      <dgm:prSet presAssocID="{FF07388F-DCB2-4FC6-89C5-6F51C7300763}" presName="node" presStyleLbl="node1" presStyleIdx="5" presStyleCnt="6">
        <dgm:presLayoutVars>
          <dgm:bulletEnabled val="1"/>
        </dgm:presLayoutVars>
      </dgm:prSet>
      <dgm:spPr/>
    </dgm:pt>
  </dgm:ptLst>
  <dgm:cxnLst>
    <dgm:cxn modelId="{16621806-DDCA-473A-9382-D9523049C818}" type="presOf" srcId="{8D5A1E3D-FA41-419A-82C0-E3BA8CD76398}" destId="{F4509DBC-9313-418D-B1C9-C79D988C12FA}" srcOrd="1" destOrd="0" presId="urn:microsoft.com/office/officeart/2016/7/layout/RepeatingBendingProcessNew"/>
    <dgm:cxn modelId="{38F39609-6FEA-43A2-A9CD-68DABAA4DA52}" type="presOf" srcId="{437B3039-2921-4296-AAE3-1402F5470702}" destId="{6A3375B0-97A8-4932-8AED-2A004B05124C}" srcOrd="0" destOrd="0" presId="urn:microsoft.com/office/officeart/2016/7/layout/RepeatingBendingProcessNew"/>
    <dgm:cxn modelId="{8EFF151A-68B4-44B9-B25B-2EABB9DEFD3C}" srcId="{82CD563A-746C-408E-AE3F-7652CD3FBF90}" destId="{51E7643C-C660-4AAF-BABA-4156739B96AE}" srcOrd="3" destOrd="0" parTransId="{9F0D7E26-A310-40AC-8427-CAB9A73F545B}" sibTransId="{8D5A1E3D-FA41-419A-82C0-E3BA8CD76398}"/>
    <dgm:cxn modelId="{85D07731-FA9E-47D6-B1EA-C68D706891A2}" srcId="{82CD563A-746C-408E-AE3F-7652CD3FBF90}" destId="{B58FCFE9-C020-445D-9C66-B1E242259511}" srcOrd="1" destOrd="0" parTransId="{AB30CA01-0DD9-42D4-BDED-3D5DC69C12CB}" sibTransId="{E663EA28-37EC-487F-80D6-B72A73B50335}"/>
    <dgm:cxn modelId="{2A53E736-9F23-451F-8D3B-0901B63A9C33}" type="presOf" srcId="{C3103275-5D61-4EB5-8BF9-8908CA514226}" destId="{A4EEB04A-B293-4F65-A194-8EDD06C8D2B9}" srcOrd="1" destOrd="0" presId="urn:microsoft.com/office/officeart/2016/7/layout/RepeatingBendingProcessNew"/>
    <dgm:cxn modelId="{34ACFF4B-BC15-488C-9C16-C1324DBE33DA}" srcId="{82CD563A-746C-408E-AE3F-7652CD3FBF90}" destId="{FF07388F-DCB2-4FC6-89C5-6F51C7300763}" srcOrd="5" destOrd="0" parTransId="{D38A79A7-AEA5-42BF-8FB0-8F38D5E806CC}" sibTransId="{CB147106-4873-44E3-A6F7-A03549233DE0}"/>
    <dgm:cxn modelId="{5869E950-F672-49EF-A45E-139656A6CD84}" srcId="{82CD563A-746C-408E-AE3F-7652CD3FBF90}" destId="{7467D4D3-7818-4CC2-AA17-08EB21A68F39}" srcOrd="2" destOrd="0" parTransId="{302CCF24-E354-41D9-99FB-BD23EF2D21D9}" sibTransId="{C3103275-5D61-4EB5-8BF9-8908CA514226}"/>
    <dgm:cxn modelId="{9BEF0576-B947-43DD-9673-83F63287B3E0}" srcId="{82CD563A-746C-408E-AE3F-7652CD3FBF90}" destId="{FB8B36D6-F935-4AF5-9B20-4F18CCFC0A96}" srcOrd="0" destOrd="0" parTransId="{D6436123-3AD8-4617-8EE7-B206E2123D70}" sibTransId="{E8E08147-6DA8-4B5E-B361-9357A6946AFE}"/>
    <dgm:cxn modelId="{FABCE77E-4DA9-4A20-B6C0-75F2E76D58AE}" type="presOf" srcId="{82CD563A-746C-408E-AE3F-7652CD3FBF90}" destId="{C9863788-EE00-4B61-BFA8-BEFD54507044}" srcOrd="0" destOrd="0" presId="urn:microsoft.com/office/officeart/2016/7/layout/RepeatingBendingProcessNew"/>
    <dgm:cxn modelId="{6E2EBB81-335B-4ACF-8C1E-61F7D7B7667D}" type="presOf" srcId="{C3103275-5D61-4EB5-8BF9-8908CA514226}" destId="{9D4D107E-1A79-4921-B465-FD6BE7254EBC}" srcOrd="0" destOrd="0" presId="urn:microsoft.com/office/officeart/2016/7/layout/RepeatingBendingProcessNew"/>
    <dgm:cxn modelId="{5D48E38D-18E3-4F05-A53A-E228502CB1AD}" type="presOf" srcId="{DA52BC08-00CA-4987-A008-700B252E98F8}" destId="{EB1BFCFD-A840-4822-9289-0F18A717FE95}" srcOrd="0" destOrd="0" presId="urn:microsoft.com/office/officeart/2016/7/layout/RepeatingBendingProcessNew"/>
    <dgm:cxn modelId="{16A0AD90-64AB-4E57-8348-B81E42606F2E}" type="presOf" srcId="{E663EA28-37EC-487F-80D6-B72A73B50335}" destId="{17593411-5BD9-4618-A102-F4B7AB906186}" srcOrd="0" destOrd="0" presId="urn:microsoft.com/office/officeart/2016/7/layout/RepeatingBendingProcessNew"/>
    <dgm:cxn modelId="{E91358A4-11FB-4AF0-B8F7-3C6DB2AC2943}" srcId="{82CD563A-746C-408E-AE3F-7652CD3FBF90}" destId="{DA52BC08-00CA-4987-A008-700B252E98F8}" srcOrd="4" destOrd="0" parTransId="{2B4A0E8C-B042-40F5-80E9-125F07824A95}" sibTransId="{437B3039-2921-4296-AAE3-1402F5470702}"/>
    <dgm:cxn modelId="{0D7D94AB-CDA5-4636-B93F-5A9B93742781}" type="presOf" srcId="{E8E08147-6DA8-4B5E-B361-9357A6946AFE}" destId="{A40F5EF1-DBFA-41CF-B29C-85304B9382FD}" srcOrd="1" destOrd="0" presId="urn:microsoft.com/office/officeart/2016/7/layout/RepeatingBendingProcessNew"/>
    <dgm:cxn modelId="{57EA6CAE-ADFA-46C0-BE12-36F3B75C4FFA}" type="presOf" srcId="{8D5A1E3D-FA41-419A-82C0-E3BA8CD76398}" destId="{493B8DF9-77AB-4A3F-8D44-8E3DCB40424A}" srcOrd="0" destOrd="0" presId="urn:microsoft.com/office/officeart/2016/7/layout/RepeatingBendingProcessNew"/>
    <dgm:cxn modelId="{0A0B95C2-B9F2-4015-98A6-77B6947AE475}" type="presOf" srcId="{B58FCFE9-C020-445D-9C66-B1E242259511}" destId="{78C7D6B0-A06F-4CAC-9289-86233914D145}" srcOrd="0" destOrd="0" presId="urn:microsoft.com/office/officeart/2016/7/layout/RepeatingBendingProcessNew"/>
    <dgm:cxn modelId="{C15F9DC6-C528-493A-ABFF-A7766226908A}" type="presOf" srcId="{51E7643C-C660-4AAF-BABA-4156739B96AE}" destId="{8113FFCB-4EE4-4B4D-B750-3D29F7AA998B}" srcOrd="0" destOrd="0" presId="urn:microsoft.com/office/officeart/2016/7/layout/RepeatingBendingProcessNew"/>
    <dgm:cxn modelId="{3CA3BDD1-EA4F-4A38-9C93-862CD1F36DD6}" type="presOf" srcId="{E663EA28-37EC-487F-80D6-B72A73B50335}" destId="{ADD0BEC8-0A03-49D2-9727-F2E307AA8248}" srcOrd="1" destOrd="0" presId="urn:microsoft.com/office/officeart/2016/7/layout/RepeatingBendingProcessNew"/>
    <dgm:cxn modelId="{789CAFDC-A80A-41F7-9A2F-99A91DDEA69E}" type="presOf" srcId="{FB8B36D6-F935-4AF5-9B20-4F18CCFC0A96}" destId="{4AB1D1C3-1F62-4789-B210-0E47046A25B2}" srcOrd="0" destOrd="0" presId="urn:microsoft.com/office/officeart/2016/7/layout/RepeatingBendingProcessNew"/>
    <dgm:cxn modelId="{D22BDAE4-14CA-4EB4-BAD9-7500912342E5}" type="presOf" srcId="{437B3039-2921-4296-AAE3-1402F5470702}" destId="{A0B01202-8BC5-4A97-9957-994B98F3622A}" srcOrd="1" destOrd="0" presId="urn:microsoft.com/office/officeart/2016/7/layout/RepeatingBendingProcessNew"/>
    <dgm:cxn modelId="{C5656DE9-FF03-4D23-B6D4-DA47BDF66A01}" type="presOf" srcId="{E8E08147-6DA8-4B5E-B361-9357A6946AFE}" destId="{CEF9A279-1EAD-42F9-8877-2C071621EAD4}" srcOrd="0" destOrd="0" presId="urn:microsoft.com/office/officeart/2016/7/layout/RepeatingBendingProcessNew"/>
    <dgm:cxn modelId="{CC1068EB-ABB5-44A1-A16A-4532810C5374}" type="presOf" srcId="{FF07388F-DCB2-4FC6-89C5-6F51C7300763}" destId="{A3D8E7A1-CBD1-4C6C-9857-EFDE4687E9B7}" srcOrd="0" destOrd="0" presId="urn:microsoft.com/office/officeart/2016/7/layout/RepeatingBendingProcessNew"/>
    <dgm:cxn modelId="{7EFEFFFC-8521-43D1-A1CF-8E9EDCC448FD}" type="presOf" srcId="{7467D4D3-7818-4CC2-AA17-08EB21A68F39}" destId="{79744100-7D95-44ED-A0B4-76E81343BB92}" srcOrd="0" destOrd="0" presId="urn:microsoft.com/office/officeart/2016/7/layout/RepeatingBendingProcessNew"/>
    <dgm:cxn modelId="{AFC59778-5458-42DF-95D6-768F624CA32A}" type="presParOf" srcId="{C9863788-EE00-4B61-BFA8-BEFD54507044}" destId="{4AB1D1C3-1F62-4789-B210-0E47046A25B2}" srcOrd="0" destOrd="0" presId="urn:microsoft.com/office/officeart/2016/7/layout/RepeatingBendingProcessNew"/>
    <dgm:cxn modelId="{DBBE1921-3AE5-402B-8BB5-8A73F6328751}" type="presParOf" srcId="{C9863788-EE00-4B61-BFA8-BEFD54507044}" destId="{CEF9A279-1EAD-42F9-8877-2C071621EAD4}" srcOrd="1" destOrd="0" presId="urn:microsoft.com/office/officeart/2016/7/layout/RepeatingBendingProcessNew"/>
    <dgm:cxn modelId="{6A85577D-02C6-47CC-92F4-CF18AC0A02C0}" type="presParOf" srcId="{CEF9A279-1EAD-42F9-8877-2C071621EAD4}" destId="{A40F5EF1-DBFA-41CF-B29C-85304B9382FD}" srcOrd="0" destOrd="0" presId="urn:microsoft.com/office/officeart/2016/7/layout/RepeatingBendingProcessNew"/>
    <dgm:cxn modelId="{F8FB7676-C300-4181-9F02-6FCC54827B5D}" type="presParOf" srcId="{C9863788-EE00-4B61-BFA8-BEFD54507044}" destId="{78C7D6B0-A06F-4CAC-9289-86233914D145}" srcOrd="2" destOrd="0" presId="urn:microsoft.com/office/officeart/2016/7/layout/RepeatingBendingProcessNew"/>
    <dgm:cxn modelId="{F42B6560-B948-4AA7-8B3C-79CA5EE28E9C}" type="presParOf" srcId="{C9863788-EE00-4B61-BFA8-BEFD54507044}" destId="{17593411-5BD9-4618-A102-F4B7AB906186}" srcOrd="3" destOrd="0" presId="urn:microsoft.com/office/officeart/2016/7/layout/RepeatingBendingProcessNew"/>
    <dgm:cxn modelId="{8897289C-659B-40A0-89CC-1F855E173236}" type="presParOf" srcId="{17593411-5BD9-4618-A102-F4B7AB906186}" destId="{ADD0BEC8-0A03-49D2-9727-F2E307AA8248}" srcOrd="0" destOrd="0" presId="urn:microsoft.com/office/officeart/2016/7/layout/RepeatingBendingProcessNew"/>
    <dgm:cxn modelId="{931843DF-7893-4F94-8206-58D4C09C6CFC}" type="presParOf" srcId="{C9863788-EE00-4B61-BFA8-BEFD54507044}" destId="{79744100-7D95-44ED-A0B4-76E81343BB92}" srcOrd="4" destOrd="0" presId="urn:microsoft.com/office/officeart/2016/7/layout/RepeatingBendingProcessNew"/>
    <dgm:cxn modelId="{7D4A064E-930C-4041-8599-E2926E9088F2}" type="presParOf" srcId="{C9863788-EE00-4B61-BFA8-BEFD54507044}" destId="{9D4D107E-1A79-4921-B465-FD6BE7254EBC}" srcOrd="5" destOrd="0" presId="urn:microsoft.com/office/officeart/2016/7/layout/RepeatingBendingProcessNew"/>
    <dgm:cxn modelId="{F0A522EA-2063-4884-864F-84CA87AF559A}" type="presParOf" srcId="{9D4D107E-1A79-4921-B465-FD6BE7254EBC}" destId="{A4EEB04A-B293-4F65-A194-8EDD06C8D2B9}" srcOrd="0" destOrd="0" presId="urn:microsoft.com/office/officeart/2016/7/layout/RepeatingBendingProcessNew"/>
    <dgm:cxn modelId="{34864614-C50E-485C-826F-BBF4EE7682D0}" type="presParOf" srcId="{C9863788-EE00-4B61-BFA8-BEFD54507044}" destId="{8113FFCB-4EE4-4B4D-B750-3D29F7AA998B}" srcOrd="6" destOrd="0" presId="urn:microsoft.com/office/officeart/2016/7/layout/RepeatingBendingProcessNew"/>
    <dgm:cxn modelId="{F221A1BA-936A-4D83-86EE-1B79DC3A09DA}" type="presParOf" srcId="{C9863788-EE00-4B61-BFA8-BEFD54507044}" destId="{493B8DF9-77AB-4A3F-8D44-8E3DCB40424A}" srcOrd="7" destOrd="0" presId="urn:microsoft.com/office/officeart/2016/7/layout/RepeatingBendingProcessNew"/>
    <dgm:cxn modelId="{112405A2-CA13-4849-981B-C35AAE849479}" type="presParOf" srcId="{493B8DF9-77AB-4A3F-8D44-8E3DCB40424A}" destId="{F4509DBC-9313-418D-B1C9-C79D988C12FA}" srcOrd="0" destOrd="0" presId="urn:microsoft.com/office/officeart/2016/7/layout/RepeatingBendingProcessNew"/>
    <dgm:cxn modelId="{4B82700E-8710-432E-B750-5E5C924E001F}" type="presParOf" srcId="{C9863788-EE00-4B61-BFA8-BEFD54507044}" destId="{EB1BFCFD-A840-4822-9289-0F18A717FE95}" srcOrd="8" destOrd="0" presId="urn:microsoft.com/office/officeart/2016/7/layout/RepeatingBendingProcessNew"/>
    <dgm:cxn modelId="{4793243E-A181-4819-8345-5C61BFDECAB0}" type="presParOf" srcId="{C9863788-EE00-4B61-BFA8-BEFD54507044}" destId="{6A3375B0-97A8-4932-8AED-2A004B05124C}" srcOrd="9" destOrd="0" presId="urn:microsoft.com/office/officeart/2016/7/layout/RepeatingBendingProcessNew"/>
    <dgm:cxn modelId="{2B743463-978A-402B-814B-9ED64CD69E3D}" type="presParOf" srcId="{6A3375B0-97A8-4932-8AED-2A004B05124C}" destId="{A0B01202-8BC5-4A97-9957-994B98F3622A}" srcOrd="0" destOrd="0" presId="urn:microsoft.com/office/officeart/2016/7/layout/RepeatingBendingProcessNew"/>
    <dgm:cxn modelId="{E0804DF1-52C8-405C-9650-CFB983633DA7}" type="presParOf" srcId="{C9863788-EE00-4B61-BFA8-BEFD54507044}" destId="{A3D8E7A1-CBD1-4C6C-9857-EFDE4687E9B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39D1FA-A6D2-4542-BDBA-1F7FF0D852A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33617FD-5ADF-434F-AA04-851D7F006DF5}">
      <dgm:prSet/>
      <dgm:spPr/>
      <dgm:t>
        <a:bodyPr/>
        <a:lstStyle/>
        <a:p>
          <a:pPr>
            <a:defRPr cap="all"/>
          </a:pPr>
          <a:r>
            <a:rPr lang="en-US"/>
            <a:t>Metadata retention (doc name + page number)</a:t>
          </a:r>
        </a:p>
      </dgm:t>
    </dgm:pt>
    <dgm:pt modelId="{D6BAEC69-3CE9-4844-94FE-52BFEE7CEBBF}" type="parTrans" cxnId="{F7E4B994-E257-46F2-9184-E981C2C3AAE5}">
      <dgm:prSet/>
      <dgm:spPr/>
      <dgm:t>
        <a:bodyPr/>
        <a:lstStyle/>
        <a:p>
          <a:endParaRPr lang="en-US"/>
        </a:p>
      </dgm:t>
    </dgm:pt>
    <dgm:pt modelId="{DFF05A82-2FC9-44B5-A355-642EBF4457D2}" type="sibTrans" cxnId="{F7E4B994-E257-46F2-9184-E981C2C3AAE5}">
      <dgm:prSet/>
      <dgm:spPr/>
      <dgm:t>
        <a:bodyPr/>
        <a:lstStyle/>
        <a:p>
          <a:endParaRPr lang="en-US"/>
        </a:p>
      </dgm:t>
    </dgm:pt>
    <dgm:pt modelId="{DA75258A-9579-457B-9B45-81B46B3FE810}">
      <dgm:prSet/>
      <dgm:spPr/>
      <dgm:t>
        <a:bodyPr/>
        <a:lstStyle/>
        <a:p>
          <a:pPr>
            <a:defRPr cap="all"/>
          </a:pPr>
          <a:r>
            <a:rPr lang="en-US"/>
            <a:t>Deterministic guardrails before generation</a:t>
          </a:r>
        </a:p>
      </dgm:t>
    </dgm:pt>
    <dgm:pt modelId="{A230A09C-3012-45DA-BED7-83AFA1E3CBC4}" type="parTrans" cxnId="{272A5673-F5BC-4092-8A87-8EE6B8196E73}">
      <dgm:prSet/>
      <dgm:spPr/>
      <dgm:t>
        <a:bodyPr/>
        <a:lstStyle/>
        <a:p>
          <a:endParaRPr lang="en-US"/>
        </a:p>
      </dgm:t>
    </dgm:pt>
    <dgm:pt modelId="{5C969828-94FD-415C-8418-441AE7BA4777}" type="sibTrans" cxnId="{272A5673-F5BC-4092-8A87-8EE6B8196E73}">
      <dgm:prSet/>
      <dgm:spPr/>
      <dgm:t>
        <a:bodyPr/>
        <a:lstStyle/>
        <a:p>
          <a:endParaRPr lang="en-US"/>
        </a:p>
      </dgm:t>
    </dgm:pt>
    <dgm:pt modelId="{10DF3EEA-CA66-4874-8D61-B4E32497C336}">
      <dgm:prSet/>
      <dgm:spPr/>
      <dgm:t>
        <a:bodyPr/>
        <a:lstStyle/>
        <a:p>
          <a:pPr>
            <a:defRPr cap="all"/>
          </a:pPr>
          <a:r>
            <a:rPr lang="en-US"/>
            <a:t>Evidence-first output format</a:t>
          </a:r>
        </a:p>
      </dgm:t>
    </dgm:pt>
    <dgm:pt modelId="{475688AE-B7E0-4173-931B-5FF4C4397966}" type="parTrans" cxnId="{82B97DFA-0946-45FB-BFCB-99E8867E2D60}">
      <dgm:prSet/>
      <dgm:spPr/>
      <dgm:t>
        <a:bodyPr/>
        <a:lstStyle/>
        <a:p>
          <a:endParaRPr lang="en-US"/>
        </a:p>
      </dgm:t>
    </dgm:pt>
    <dgm:pt modelId="{BAAB8FD5-A442-4BFF-9D2D-6F6CE023AD22}" type="sibTrans" cxnId="{82B97DFA-0946-45FB-BFCB-99E8867E2D60}">
      <dgm:prSet/>
      <dgm:spPr/>
      <dgm:t>
        <a:bodyPr/>
        <a:lstStyle/>
        <a:p>
          <a:endParaRPr lang="en-US"/>
        </a:p>
      </dgm:t>
    </dgm:pt>
    <dgm:pt modelId="{6428A380-5FEF-424C-8745-B7909C72B123}">
      <dgm:prSet/>
      <dgm:spPr/>
      <dgm:t>
        <a:bodyPr/>
        <a:lstStyle/>
        <a:p>
          <a:pPr>
            <a:defRPr cap="all"/>
          </a:pPr>
          <a:r>
            <a:rPr lang="en-US"/>
            <a:t>Disclaimer enforcement</a:t>
          </a:r>
        </a:p>
      </dgm:t>
    </dgm:pt>
    <dgm:pt modelId="{421D68D7-F881-4809-88D0-B67DC1A68CF2}" type="parTrans" cxnId="{5D8B5E91-0BBE-451E-B513-C37A0AC6638F}">
      <dgm:prSet/>
      <dgm:spPr/>
      <dgm:t>
        <a:bodyPr/>
        <a:lstStyle/>
        <a:p>
          <a:endParaRPr lang="en-US"/>
        </a:p>
      </dgm:t>
    </dgm:pt>
    <dgm:pt modelId="{C4837130-2EC1-41B6-8003-39D3C3DA8F31}" type="sibTrans" cxnId="{5D8B5E91-0BBE-451E-B513-C37A0AC6638F}">
      <dgm:prSet/>
      <dgm:spPr/>
      <dgm:t>
        <a:bodyPr/>
        <a:lstStyle/>
        <a:p>
          <a:endParaRPr lang="en-US"/>
        </a:p>
      </dgm:t>
    </dgm:pt>
    <dgm:pt modelId="{58278FA6-EF66-4949-AEA5-CBF394567974}">
      <dgm:prSet/>
      <dgm:spPr/>
      <dgm:t>
        <a:bodyPr/>
        <a:lstStyle/>
        <a:p>
          <a:pPr>
            <a:defRPr cap="all"/>
          </a:pPr>
          <a:r>
            <a:rPr lang="en-US"/>
            <a:t>Out-of-scope escalation protocol</a:t>
          </a:r>
        </a:p>
      </dgm:t>
    </dgm:pt>
    <dgm:pt modelId="{2BB22FFE-F8CA-4EC9-9678-C59C92E4534E}" type="parTrans" cxnId="{68788A4D-71C6-4289-A3D4-3D8E611221E6}">
      <dgm:prSet/>
      <dgm:spPr/>
      <dgm:t>
        <a:bodyPr/>
        <a:lstStyle/>
        <a:p>
          <a:endParaRPr lang="en-US"/>
        </a:p>
      </dgm:t>
    </dgm:pt>
    <dgm:pt modelId="{0A66F2C8-71A6-4711-84E0-992C6401E440}" type="sibTrans" cxnId="{68788A4D-71C6-4289-A3D4-3D8E611221E6}">
      <dgm:prSet/>
      <dgm:spPr/>
      <dgm:t>
        <a:bodyPr/>
        <a:lstStyle/>
        <a:p>
          <a:endParaRPr lang="en-US"/>
        </a:p>
      </dgm:t>
    </dgm:pt>
    <dgm:pt modelId="{AAE25E27-65D9-4E13-901B-7D4CB0F5B5EB}" type="pres">
      <dgm:prSet presAssocID="{9F39D1FA-A6D2-4542-BDBA-1F7FF0D852A0}" presName="root" presStyleCnt="0">
        <dgm:presLayoutVars>
          <dgm:dir/>
          <dgm:resizeHandles val="exact"/>
        </dgm:presLayoutVars>
      </dgm:prSet>
      <dgm:spPr/>
    </dgm:pt>
    <dgm:pt modelId="{44CF8695-A32E-4C3B-A06D-52D3815A7A01}" type="pres">
      <dgm:prSet presAssocID="{433617FD-5ADF-434F-AA04-851D7F006DF5}" presName="compNode" presStyleCnt="0"/>
      <dgm:spPr/>
    </dgm:pt>
    <dgm:pt modelId="{56BA466E-0B6E-43AC-B202-B339A6670DA3}" type="pres">
      <dgm:prSet presAssocID="{433617FD-5ADF-434F-AA04-851D7F006DF5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9A56CE8-0EC0-494A-90B3-316DE490B4A0}" type="pres">
      <dgm:prSet presAssocID="{433617FD-5ADF-434F-AA04-851D7F006DF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C90EC23-10E8-45D4-8526-32595C6014B0}" type="pres">
      <dgm:prSet presAssocID="{433617FD-5ADF-434F-AA04-851D7F006DF5}" presName="spaceRect" presStyleCnt="0"/>
      <dgm:spPr/>
    </dgm:pt>
    <dgm:pt modelId="{4ABF9D42-AC3C-413B-B711-C100A66EAB42}" type="pres">
      <dgm:prSet presAssocID="{433617FD-5ADF-434F-AA04-851D7F006DF5}" presName="textRect" presStyleLbl="revTx" presStyleIdx="0" presStyleCnt="5">
        <dgm:presLayoutVars>
          <dgm:chMax val="1"/>
          <dgm:chPref val="1"/>
        </dgm:presLayoutVars>
      </dgm:prSet>
      <dgm:spPr/>
    </dgm:pt>
    <dgm:pt modelId="{859304CB-5063-48D6-BF1D-27C1CFCD03A0}" type="pres">
      <dgm:prSet presAssocID="{DFF05A82-2FC9-44B5-A355-642EBF4457D2}" presName="sibTrans" presStyleCnt="0"/>
      <dgm:spPr/>
    </dgm:pt>
    <dgm:pt modelId="{7A78F657-E6CA-4A5E-B9C2-18EA3A218F7D}" type="pres">
      <dgm:prSet presAssocID="{DA75258A-9579-457B-9B45-81B46B3FE810}" presName="compNode" presStyleCnt="0"/>
      <dgm:spPr/>
    </dgm:pt>
    <dgm:pt modelId="{95D29460-9012-4CF1-84BF-552F66E7E148}" type="pres">
      <dgm:prSet presAssocID="{DA75258A-9579-457B-9B45-81B46B3FE810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F4F73EB-A357-4CDD-B8C1-D8DC42D03A7E}" type="pres">
      <dgm:prSet presAssocID="{DA75258A-9579-457B-9B45-81B46B3FE81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916F773A-94A4-4E41-9A25-83354E2587ED}" type="pres">
      <dgm:prSet presAssocID="{DA75258A-9579-457B-9B45-81B46B3FE810}" presName="spaceRect" presStyleCnt="0"/>
      <dgm:spPr/>
    </dgm:pt>
    <dgm:pt modelId="{E17E4282-34C8-482D-85C9-6BC4EF590DAF}" type="pres">
      <dgm:prSet presAssocID="{DA75258A-9579-457B-9B45-81B46B3FE810}" presName="textRect" presStyleLbl="revTx" presStyleIdx="1" presStyleCnt="5">
        <dgm:presLayoutVars>
          <dgm:chMax val="1"/>
          <dgm:chPref val="1"/>
        </dgm:presLayoutVars>
      </dgm:prSet>
      <dgm:spPr/>
    </dgm:pt>
    <dgm:pt modelId="{F4F76B47-E8AC-4620-BC19-46E7BA99C566}" type="pres">
      <dgm:prSet presAssocID="{5C969828-94FD-415C-8418-441AE7BA4777}" presName="sibTrans" presStyleCnt="0"/>
      <dgm:spPr/>
    </dgm:pt>
    <dgm:pt modelId="{D881131E-6449-409C-B1F9-1F191786CEB5}" type="pres">
      <dgm:prSet presAssocID="{10DF3EEA-CA66-4874-8D61-B4E32497C336}" presName="compNode" presStyleCnt="0"/>
      <dgm:spPr/>
    </dgm:pt>
    <dgm:pt modelId="{2CB02CE9-22F2-4652-9E90-225955C85B69}" type="pres">
      <dgm:prSet presAssocID="{10DF3EEA-CA66-4874-8D61-B4E32497C33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83907E8-CFA6-49CE-B546-704D30EE30A6}" type="pres">
      <dgm:prSet presAssocID="{10DF3EEA-CA66-4874-8D61-B4E32497C3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A0B3BF1-3532-43E3-B46E-6F0BB319DA7F}" type="pres">
      <dgm:prSet presAssocID="{10DF3EEA-CA66-4874-8D61-B4E32497C336}" presName="spaceRect" presStyleCnt="0"/>
      <dgm:spPr/>
    </dgm:pt>
    <dgm:pt modelId="{451CC033-DA59-4EA2-AC8F-BB48CF4BA36A}" type="pres">
      <dgm:prSet presAssocID="{10DF3EEA-CA66-4874-8D61-B4E32497C336}" presName="textRect" presStyleLbl="revTx" presStyleIdx="2" presStyleCnt="5">
        <dgm:presLayoutVars>
          <dgm:chMax val="1"/>
          <dgm:chPref val="1"/>
        </dgm:presLayoutVars>
      </dgm:prSet>
      <dgm:spPr/>
    </dgm:pt>
    <dgm:pt modelId="{DC92642A-060F-4CC4-AC7C-E7656E4697A8}" type="pres">
      <dgm:prSet presAssocID="{BAAB8FD5-A442-4BFF-9D2D-6F6CE023AD22}" presName="sibTrans" presStyleCnt="0"/>
      <dgm:spPr/>
    </dgm:pt>
    <dgm:pt modelId="{782DD277-CC4D-46AF-B97D-55437898C13D}" type="pres">
      <dgm:prSet presAssocID="{6428A380-5FEF-424C-8745-B7909C72B123}" presName="compNode" presStyleCnt="0"/>
      <dgm:spPr/>
    </dgm:pt>
    <dgm:pt modelId="{5F301C40-ACCB-4D17-B5A2-E08FDC90303E}" type="pres">
      <dgm:prSet presAssocID="{6428A380-5FEF-424C-8745-B7909C72B123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BB92330-3438-4ADC-A504-F1A891FC2843}" type="pres">
      <dgm:prSet presAssocID="{6428A380-5FEF-424C-8745-B7909C72B12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F1F300F-4364-4E76-B895-FA9C41952450}" type="pres">
      <dgm:prSet presAssocID="{6428A380-5FEF-424C-8745-B7909C72B123}" presName="spaceRect" presStyleCnt="0"/>
      <dgm:spPr/>
    </dgm:pt>
    <dgm:pt modelId="{2A3B7A57-2C3C-49AB-AC16-8342DF30032D}" type="pres">
      <dgm:prSet presAssocID="{6428A380-5FEF-424C-8745-B7909C72B123}" presName="textRect" presStyleLbl="revTx" presStyleIdx="3" presStyleCnt="5">
        <dgm:presLayoutVars>
          <dgm:chMax val="1"/>
          <dgm:chPref val="1"/>
        </dgm:presLayoutVars>
      </dgm:prSet>
      <dgm:spPr/>
    </dgm:pt>
    <dgm:pt modelId="{595D606E-36B6-4E3B-BAE2-57FAB6F70719}" type="pres">
      <dgm:prSet presAssocID="{C4837130-2EC1-41B6-8003-39D3C3DA8F31}" presName="sibTrans" presStyleCnt="0"/>
      <dgm:spPr/>
    </dgm:pt>
    <dgm:pt modelId="{5C2D0395-BCB5-40CA-A6D4-2F2D43E69CD6}" type="pres">
      <dgm:prSet presAssocID="{58278FA6-EF66-4949-AEA5-CBF394567974}" presName="compNode" presStyleCnt="0"/>
      <dgm:spPr/>
    </dgm:pt>
    <dgm:pt modelId="{0BA891D3-1042-4F8B-8696-362F5C6A4D2A}" type="pres">
      <dgm:prSet presAssocID="{58278FA6-EF66-4949-AEA5-CBF39456797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4E99BD04-E709-4E84-B755-259EE0208E6D}" type="pres">
      <dgm:prSet presAssocID="{58278FA6-EF66-4949-AEA5-CBF39456797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CA52CD9-9FBA-418A-A9FD-D83EBAFC3012}" type="pres">
      <dgm:prSet presAssocID="{58278FA6-EF66-4949-AEA5-CBF394567974}" presName="spaceRect" presStyleCnt="0"/>
      <dgm:spPr/>
    </dgm:pt>
    <dgm:pt modelId="{4CB0ADCF-0DF9-426B-9875-A18ED1D49063}" type="pres">
      <dgm:prSet presAssocID="{58278FA6-EF66-4949-AEA5-CBF39456797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CCC2E2C-3472-47A5-B07A-1EA3E83B0A27}" type="presOf" srcId="{6428A380-5FEF-424C-8745-B7909C72B123}" destId="{2A3B7A57-2C3C-49AB-AC16-8342DF30032D}" srcOrd="0" destOrd="0" presId="urn:microsoft.com/office/officeart/2018/5/layout/IconLeafLabelList"/>
    <dgm:cxn modelId="{3535CF2F-AA26-4572-85A0-770207C9E3F5}" type="presOf" srcId="{9F39D1FA-A6D2-4542-BDBA-1F7FF0D852A0}" destId="{AAE25E27-65D9-4E13-901B-7D4CB0F5B5EB}" srcOrd="0" destOrd="0" presId="urn:microsoft.com/office/officeart/2018/5/layout/IconLeafLabelList"/>
    <dgm:cxn modelId="{54C3B65C-6728-472B-99BB-28332300E655}" type="presOf" srcId="{58278FA6-EF66-4949-AEA5-CBF394567974}" destId="{4CB0ADCF-0DF9-426B-9875-A18ED1D49063}" srcOrd="0" destOrd="0" presId="urn:microsoft.com/office/officeart/2018/5/layout/IconLeafLabelList"/>
    <dgm:cxn modelId="{68788A4D-71C6-4289-A3D4-3D8E611221E6}" srcId="{9F39D1FA-A6D2-4542-BDBA-1F7FF0D852A0}" destId="{58278FA6-EF66-4949-AEA5-CBF394567974}" srcOrd="4" destOrd="0" parTransId="{2BB22FFE-F8CA-4EC9-9678-C59C92E4534E}" sibTransId="{0A66F2C8-71A6-4711-84E0-992C6401E440}"/>
    <dgm:cxn modelId="{272A5673-F5BC-4092-8A87-8EE6B8196E73}" srcId="{9F39D1FA-A6D2-4542-BDBA-1F7FF0D852A0}" destId="{DA75258A-9579-457B-9B45-81B46B3FE810}" srcOrd="1" destOrd="0" parTransId="{A230A09C-3012-45DA-BED7-83AFA1E3CBC4}" sibTransId="{5C969828-94FD-415C-8418-441AE7BA4777}"/>
    <dgm:cxn modelId="{5D8B5E91-0BBE-451E-B513-C37A0AC6638F}" srcId="{9F39D1FA-A6D2-4542-BDBA-1F7FF0D852A0}" destId="{6428A380-5FEF-424C-8745-B7909C72B123}" srcOrd="3" destOrd="0" parTransId="{421D68D7-F881-4809-88D0-B67DC1A68CF2}" sibTransId="{C4837130-2EC1-41B6-8003-39D3C3DA8F31}"/>
    <dgm:cxn modelId="{F7E4B994-E257-46F2-9184-E981C2C3AAE5}" srcId="{9F39D1FA-A6D2-4542-BDBA-1F7FF0D852A0}" destId="{433617FD-5ADF-434F-AA04-851D7F006DF5}" srcOrd="0" destOrd="0" parTransId="{D6BAEC69-3CE9-4844-94FE-52BFEE7CEBBF}" sibTransId="{DFF05A82-2FC9-44B5-A355-642EBF4457D2}"/>
    <dgm:cxn modelId="{EC821DA4-6C4C-4788-91BF-197CE24F4E8B}" type="presOf" srcId="{10DF3EEA-CA66-4874-8D61-B4E32497C336}" destId="{451CC033-DA59-4EA2-AC8F-BB48CF4BA36A}" srcOrd="0" destOrd="0" presId="urn:microsoft.com/office/officeart/2018/5/layout/IconLeafLabelList"/>
    <dgm:cxn modelId="{5D6B9ACF-A492-4E4B-A228-0B41411535BD}" type="presOf" srcId="{433617FD-5ADF-434F-AA04-851D7F006DF5}" destId="{4ABF9D42-AC3C-413B-B711-C100A66EAB42}" srcOrd="0" destOrd="0" presId="urn:microsoft.com/office/officeart/2018/5/layout/IconLeafLabelList"/>
    <dgm:cxn modelId="{CA3421F7-2A76-42DE-929A-65DD0D297003}" type="presOf" srcId="{DA75258A-9579-457B-9B45-81B46B3FE810}" destId="{E17E4282-34C8-482D-85C9-6BC4EF590DAF}" srcOrd="0" destOrd="0" presId="urn:microsoft.com/office/officeart/2018/5/layout/IconLeafLabelList"/>
    <dgm:cxn modelId="{82B97DFA-0946-45FB-BFCB-99E8867E2D60}" srcId="{9F39D1FA-A6D2-4542-BDBA-1F7FF0D852A0}" destId="{10DF3EEA-CA66-4874-8D61-B4E32497C336}" srcOrd="2" destOrd="0" parTransId="{475688AE-B7E0-4173-931B-5FF4C4397966}" sibTransId="{BAAB8FD5-A442-4BFF-9D2D-6F6CE023AD22}"/>
    <dgm:cxn modelId="{67047EC7-1859-445E-9808-F2E71C7296ED}" type="presParOf" srcId="{AAE25E27-65D9-4E13-901B-7D4CB0F5B5EB}" destId="{44CF8695-A32E-4C3B-A06D-52D3815A7A01}" srcOrd="0" destOrd="0" presId="urn:microsoft.com/office/officeart/2018/5/layout/IconLeafLabelList"/>
    <dgm:cxn modelId="{85559AA0-27F9-4AC3-ABD0-AD8396B9E5C3}" type="presParOf" srcId="{44CF8695-A32E-4C3B-A06D-52D3815A7A01}" destId="{56BA466E-0B6E-43AC-B202-B339A6670DA3}" srcOrd="0" destOrd="0" presId="urn:microsoft.com/office/officeart/2018/5/layout/IconLeafLabelList"/>
    <dgm:cxn modelId="{735D2C38-D950-489E-B0F7-61727D22933C}" type="presParOf" srcId="{44CF8695-A32E-4C3B-A06D-52D3815A7A01}" destId="{E9A56CE8-0EC0-494A-90B3-316DE490B4A0}" srcOrd="1" destOrd="0" presId="urn:microsoft.com/office/officeart/2018/5/layout/IconLeafLabelList"/>
    <dgm:cxn modelId="{8F5DFDC8-DA6F-4F29-8DD0-AE8B2863AFEF}" type="presParOf" srcId="{44CF8695-A32E-4C3B-A06D-52D3815A7A01}" destId="{AC90EC23-10E8-45D4-8526-32595C6014B0}" srcOrd="2" destOrd="0" presId="urn:microsoft.com/office/officeart/2018/5/layout/IconLeafLabelList"/>
    <dgm:cxn modelId="{3CC841E3-51F2-4091-9FA0-8B167A42AD3E}" type="presParOf" srcId="{44CF8695-A32E-4C3B-A06D-52D3815A7A01}" destId="{4ABF9D42-AC3C-413B-B711-C100A66EAB42}" srcOrd="3" destOrd="0" presId="urn:microsoft.com/office/officeart/2018/5/layout/IconLeafLabelList"/>
    <dgm:cxn modelId="{147ADB2B-EC28-493A-9C8E-D8A758F27735}" type="presParOf" srcId="{AAE25E27-65D9-4E13-901B-7D4CB0F5B5EB}" destId="{859304CB-5063-48D6-BF1D-27C1CFCD03A0}" srcOrd="1" destOrd="0" presId="urn:microsoft.com/office/officeart/2018/5/layout/IconLeafLabelList"/>
    <dgm:cxn modelId="{84E244DE-D11D-47BD-8684-686D8FA9DECF}" type="presParOf" srcId="{AAE25E27-65D9-4E13-901B-7D4CB0F5B5EB}" destId="{7A78F657-E6CA-4A5E-B9C2-18EA3A218F7D}" srcOrd="2" destOrd="0" presId="urn:microsoft.com/office/officeart/2018/5/layout/IconLeafLabelList"/>
    <dgm:cxn modelId="{E419CDEE-8890-4B24-AD90-DC5E16E8AAFA}" type="presParOf" srcId="{7A78F657-E6CA-4A5E-B9C2-18EA3A218F7D}" destId="{95D29460-9012-4CF1-84BF-552F66E7E148}" srcOrd="0" destOrd="0" presId="urn:microsoft.com/office/officeart/2018/5/layout/IconLeafLabelList"/>
    <dgm:cxn modelId="{D639785E-EABE-43E3-940D-D840BFDF98B7}" type="presParOf" srcId="{7A78F657-E6CA-4A5E-B9C2-18EA3A218F7D}" destId="{6F4F73EB-A357-4CDD-B8C1-D8DC42D03A7E}" srcOrd="1" destOrd="0" presId="urn:microsoft.com/office/officeart/2018/5/layout/IconLeafLabelList"/>
    <dgm:cxn modelId="{536A5956-DD57-454C-9CD8-EC6804DAEF75}" type="presParOf" srcId="{7A78F657-E6CA-4A5E-B9C2-18EA3A218F7D}" destId="{916F773A-94A4-4E41-9A25-83354E2587ED}" srcOrd="2" destOrd="0" presId="urn:microsoft.com/office/officeart/2018/5/layout/IconLeafLabelList"/>
    <dgm:cxn modelId="{4044E2B3-EF44-41CD-968C-BE7DE3FD52CD}" type="presParOf" srcId="{7A78F657-E6CA-4A5E-B9C2-18EA3A218F7D}" destId="{E17E4282-34C8-482D-85C9-6BC4EF590DAF}" srcOrd="3" destOrd="0" presId="urn:microsoft.com/office/officeart/2018/5/layout/IconLeafLabelList"/>
    <dgm:cxn modelId="{48FB429D-6CCC-4572-8978-3AEAFF50A2E4}" type="presParOf" srcId="{AAE25E27-65D9-4E13-901B-7D4CB0F5B5EB}" destId="{F4F76B47-E8AC-4620-BC19-46E7BA99C566}" srcOrd="3" destOrd="0" presId="urn:microsoft.com/office/officeart/2018/5/layout/IconLeafLabelList"/>
    <dgm:cxn modelId="{0A868AF3-517D-453C-8BCF-2A1386D5C659}" type="presParOf" srcId="{AAE25E27-65D9-4E13-901B-7D4CB0F5B5EB}" destId="{D881131E-6449-409C-B1F9-1F191786CEB5}" srcOrd="4" destOrd="0" presId="urn:microsoft.com/office/officeart/2018/5/layout/IconLeafLabelList"/>
    <dgm:cxn modelId="{E549A1AB-F542-4BDF-9869-CBC2826E9E45}" type="presParOf" srcId="{D881131E-6449-409C-B1F9-1F191786CEB5}" destId="{2CB02CE9-22F2-4652-9E90-225955C85B69}" srcOrd="0" destOrd="0" presId="urn:microsoft.com/office/officeart/2018/5/layout/IconLeafLabelList"/>
    <dgm:cxn modelId="{0073BBDC-8D16-43A0-AA67-C5C6B9B0FD80}" type="presParOf" srcId="{D881131E-6449-409C-B1F9-1F191786CEB5}" destId="{C83907E8-CFA6-49CE-B546-704D30EE30A6}" srcOrd="1" destOrd="0" presId="urn:microsoft.com/office/officeart/2018/5/layout/IconLeafLabelList"/>
    <dgm:cxn modelId="{ACAC1E78-286B-4DDE-8415-48E936806BB7}" type="presParOf" srcId="{D881131E-6449-409C-B1F9-1F191786CEB5}" destId="{FA0B3BF1-3532-43E3-B46E-6F0BB319DA7F}" srcOrd="2" destOrd="0" presId="urn:microsoft.com/office/officeart/2018/5/layout/IconLeafLabelList"/>
    <dgm:cxn modelId="{8570D43C-CEFB-446B-BD3F-EEA34DDAFE62}" type="presParOf" srcId="{D881131E-6449-409C-B1F9-1F191786CEB5}" destId="{451CC033-DA59-4EA2-AC8F-BB48CF4BA36A}" srcOrd="3" destOrd="0" presId="urn:microsoft.com/office/officeart/2018/5/layout/IconLeafLabelList"/>
    <dgm:cxn modelId="{AD1C35D2-B226-43CB-B825-4C091B1D3506}" type="presParOf" srcId="{AAE25E27-65D9-4E13-901B-7D4CB0F5B5EB}" destId="{DC92642A-060F-4CC4-AC7C-E7656E4697A8}" srcOrd="5" destOrd="0" presId="urn:microsoft.com/office/officeart/2018/5/layout/IconLeafLabelList"/>
    <dgm:cxn modelId="{54760860-1027-4BBE-8169-17F88326E1AB}" type="presParOf" srcId="{AAE25E27-65D9-4E13-901B-7D4CB0F5B5EB}" destId="{782DD277-CC4D-46AF-B97D-55437898C13D}" srcOrd="6" destOrd="0" presId="urn:microsoft.com/office/officeart/2018/5/layout/IconLeafLabelList"/>
    <dgm:cxn modelId="{AD9EF558-F8EC-4DF6-8BB6-ADE8416BF42C}" type="presParOf" srcId="{782DD277-CC4D-46AF-B97D-55437898C13D}" destId="{5F301C40-ACCB-4D17-B5A2-E08FDC90303E}" srcOrd="0" destOrd="0" presId="urn:microsoft.com/office/officeart/2018/5/layout/IconLeafLabelList"/>
    <dgm:cxn modelId="{E86903B7-C65C-49B7-A1CF-47D9D046175A}" type="presParOf" srcId="{782DD277-CC4D-46AF-B97D-55437898C13D}" destId="{3BB92330-3438-4ADC-A504-F1A891FC2843}" srcOrd="1" destOrd="0" presId="urn:microsoft.com/office/officeart/2018/5/layout/IconLeafLabelList"/>
    <dgm:cxn modelId="{1E49D49B-A1E1-4647-82A5-AA666EB8C1E5}" type="presParOf" srcId="{782DD277-CC4D-46AF-B97D-55437898C13D}" destId="{5F1F300F-4364-4E76-B895-FA9C41952450}" srcOrd="2" destOrd="0" presId="urn:microsoft.com/office/officeart/2018/5/layout/IconLeafLabelList"/>
    <dgm:cxn modelId="{42CF2C93-0DF0-4E80-A17D-916B80E5108E}" type="presParOf" srcId="{782DD277-CC4D-46AF-B97D-55437898C13D}" destId="{2A3B7A57-2C3C-49AB-AC16-8342DF30032D}" srcOrd="3" destOrd="0" presId="urn:microsoft.com/office/officeart/2018/5/layout/IconLeafLabelList"/>
    <dgm:cxn modelId="{9398DD76-E5EF-4636-9BE0-6F264DEE73AB}" type="presParOf" srcId="{AAE25E27-65D9-4E13-901B-7D4CB0F5B5EB}" destId="{595D606E-36B6-4E3B-BAE2-57FAB6F70719}" srcOrd="7" destOrd="0" presId="urn:microsoft.com/office/officeart/2018/5/layout/IconLeafLabelList"/>
    <dgm:cxn modelId="{82C5594A-526D-44D5-8A02-4CCE2FE7BAEE}" type="presParOf" srcId="{AAE25E27-65D9-4E13-901B-7D4CB0F5B5EB}" destId="{5C2D0395-BCB5-40CA-A6D4-2F2D43E69CD6}" srcOrd="8" destOrd="0" presId="urn:microsoft.com/office/officeart/2018/5/layout/IconLeafLabelList"/>
    <dgm:cxn modelId="{1172AA70-A7DA-4165-86B0-E2A27C04F67C}" type="presParOf" srcId="{5C2D0395-BCB5-40CA-A6D4-2F2D43E69CD6}" destId="{0BA891D3-1042-4F8B-8696-362F5C6A4D2A}" srcOrd="0" destOrd="0" presId="urn:microsoft.com/office/officeart/2018/5/layout/IconLeafLabelList"/>
    <dgm:cxn modelId="{AA073A25-677D-461D-B565-6E7B85C34CE9}" type="presParOf" srcId="{5C2D0395-BCB5-40CA-A6D4-2F2D43E69CD6}" destId="{4E99BD04-E709-4E84-B755-259EE0208E6D}" srcOrd="1" destOrd="0" presId="urn:microsoft.com/office/officeart/2018/5/layout/IconLeafLabelList"/>
    <dgm:cxn modelId="{A45C33E1-A7B2-4AAB-B49E-1767ED54D231}" type="presParOf" srcId="{5C2D0395-BCB5-40CA-A6D4-2F2D43E69CD6}" destId="{7CA52CD9-9FBA-418A-A9FD-D83EBAFC3012}" srcOrd="2" destOrd="0" presId="urn:microsoft.com/office/officeart/2018/5/layout/IconLeafLabelList"/>
    <dgm:cxn modelId="{55C13059-2D82-4AF9-AD05-29E19D480825}" type="presParOf" srcId="{5C2D0395-BCB5-40CA-A6D4-2F2D43E69CD6}" destId="{4CB0ADCF-0DF9-426B-9875-A18ED1D4906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EA3B34-8FC5-4AA8-A9EF-84080ED182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480F828-023A-4944-9256-E96DCF43471F}">
      <dgm:prSet/>
      <dgm:spPr/>
      <dgm:t>
        <a:bodyPr/>
        <a:lstStyle/>
        <a:p>
          <a:r>
            <a:rPr lang="en-US" dirty="0"/>
            <a:t>Document update maintenance</a:t>
          </a:r>
        </a:p>
      </dgm:t>
    </dgm:pt>
    <dgm:pt modelId="{01354953-B71C-441F-AC84-B3CFB021EFF3}" type="parTrans" cxnId="{9105F791-5B82-4268-A589-FAED66DE4B8A}">
      <dgm:prSet/>
      <dgm:spPr/>
      <dgm:t>
        <a:bodyPr/>
        <a:lstStyle/>
        <a:p>
          <a:endParaRPr lang="en-US"/>
        </a:p>
      </dgm:t>
    </dgm:pt>
    <dgm:pt modelId="{CA643130-8331-43A7-84F5-B1C51AA21EFA}" type="sibTrans" cxnId="{9105F791-5B82-4268-A589-FAED66DE4B8A}">
      <dgm:prSet/>
      <dgm:spPr/>
      <dgm:t>
        <a:bodyPr/>
        <a:lstStyle/>
        <a:p>
          <a:endParaRPr lang="en-US"/>
        </a:p>
      </dgm:t>
    </dgm:pt>
    <dgm:pt modelId="{09060E7C-4823-44C3-9AC1-ABCCC8482FCA}">
      <dgm:prSet/>
      <dgm:spPr/>
      <dgm:t>
        <a:bodyPr/>
        <a:lstStyle/>
        <a:p>
          <a:r>
            <a:rPr lang="en-US" dirty="0"/>
            <a:t>Threshold tuning for retrieval confidence</a:t>
          </a:r>
        </a:p>
      </dgm:t>
    </dgm:pt>
    <dgm:pt modelId="{A9471A6E-6CD4-47DA-8C6C-92DCAB4014C8}" type="parTrans" cxnId="{700C77D1-506E-498B-AD7B-7AF95B00064B}">
      <dgm:prSet/>
      <dgm:spPr/>
      <dgm:t>
        <a:bodyPr/>
        <a:lstStyle/>
        <a:p>
          <a:endParaRPr lang="en-US"/>
        </a:p>
      </dgm:t>
    </dgm:pt>
    <dgm:pt modelId="{C92CD024-7540-4869-A7E2-67021649AD8C}" type="sibTrans" cxnId="{700C77D1-506E-498B-AD7B-7AF95B00064B}">
      <dgm:prSet/>
      <dgm:spPr/>
      <dgm:t>
        <a:bodyPr/>
        <a:lstStyle/>
        <a:p>
          <a:endParaRPr lang="en-US"/>
        </a:p>
      </dgm:t>
    </dgm:pt>
    <dgm:pt modelId="{74EF9BAF-E9F1-4EDB-A8AF-ABE7BB547DC6}">
      <dgm:prSet/>
      <dgm:spPr/>
      <dgm:t>
        <a:bodyPr/>
        <a:lstStyle/>
        <a:p>
          <a:r>
            <a:rPr lang="en-US"/>
            <a:t>Governance review workflow integration</a:t>
          </a:r>
        </a:p>
      </dgm:t>
    </dgm:pt>
    <dgm:pt modelId="{C291BB98-79E0-4ABF-973F-FBD69B2E2954}" type="parTrans" cxnId="{ED48EE19-A265-4976-B799-0FC198B8F5C3}">
      <dgm:prSet/>
      <dgm:spPr/>
      <dgm:t>
        <a:bodyPr/>
        <a:lstStyle/>
        <a:p>
          <a:endParaRPr lang="en-US"/>
        </a:p>
      </dgm:t>
    </dgm:pt>
    <dgm:pt modelId="{33F373F9-4D99-451B-9291-4AECD7784A54}" type="sibTrans" cxnId="{ED48EE19-A265-4976-B799-0FC198B8F5C3}">
      <dgm:prSet/>
      <dgm:spPr/>
      <dgm:t>
        <a:bodyPr/>
        <a:lstStyle/>
        <a:p>
          <a:endParaRPr lang="en-US"/>
        </a:p>
      </dgm:t>
    </dgm:pt>
    <dgm:pt modelId="{579BEEB5-73D7-446C-BE40-13C149B98125}">
      <dgm:prSet/>
      <dgm:spPr/>
      <dgm:t>
        <a:bodyPr/>
        <a:lstStyle/>
        <a:p>
          <a:r>
            <a:rPr lang="en-US"/>
            <a:t>User training &amp; adoption</a:t>
          </a:r>
        </a:p>
      </dgm:t>
    </dgm:pt>
    <dgm:pt modelId="{A5271F2B-BB2F-477F-8CB8-2C3266E572DD}" type="parTrans" cxnId="{35A954CF-8E8E-490B-BAA9-90AC195C6DB9}">
      <dgm:prSet/>
      <dgm:spPr/>
      <dgm:t>
        <a:bodyPr/>
        <a:lstStyle/>
        <a:p>
          <a:endParaRPr lang="en-US"/>
        </a:p>
      </dgm:t>
    </dgm:pt>
    <dgm:pt modelId="{D6B60F73-4CD8-4047-93A3-A2488D9BF956}" type="sibTrans" cxnId="{35A954CF-8E8E-490B-BAA9-90AC195C6DB9}">
      <dgm:prSet/>
      <dgm:spPr/>
      <dgm:t>
        <a:bodyPr/>
        <a:lstStyle/>
        <a:p>
          <a:endParaRPr lang="en-US"/>
        </a:p>
      </dgm:t>
    </dgm:pt>
    <dgm:pt modelId="{A4787156-778F-4B01-8699-484D3158C316}" type="pres">
      <dgm:prSet presAssocID="{40EA3B34-8FC5-4AA8-A9EF-84080ED182B3}" presName="root" presStyleCnt="0">
        <dgm:presLayoutVars>
          <dgm:dir/>
          <dgm:resizeHandles val="exact"/>
        </dgm:presLayoutVars>
      </dgm:prSet>
      <dgm:spPr/>
    </dgm:pt>
    <dgm:pt modelId="{F2BAADC9-56EB-4919-8286-9D2C0FF76B7E}" type="pres">
      <dgm:prSet presAssocID="{1480F828-023A-4944-9256-E96DCF43471F}" presName="compNode" presStyleCnt="0"/>
      <dgm:spPr/>
    </dgm:pt>
    <dgm:pt modelId="{EF236AD7-7BEF-4028-8C53-F05D78B5AA19}" type="pres">
      <dgm:prSet presAssocID="{1480F828-023A-4944-9256-E96DCF4347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D51ADAF-93EE-4E51-8708-A4B5E8EEF58B}" type="pres">
      <dgm:prSet presAssocID="{1480F828-023A-4944-9256-E96DCF43471F}" presName="spaceRect" presStyleCnt="0"/>
      <dgm:spPr/>
    </dgm:pt>
    <dgm:pt modelId="{C38C2FB0-09C0-47D1-BDD8-0FF302023C3D}" type="pres">
      <dgm:prSet presAssocID="{1480F828-023A-4944-9256-E96DCF43471F}" presName="textRect" presStyleLbl="revTx" presStyleIdx="0" presStyleCnt="4">
        <dgm:presLayoutVars>
          <dgm:chMax val="1"/>
          <dgm:chPref val="1"/>
        </dgm:presLayoutVars>
      </dgm:prSet>
      <dgm:spPr/>
    </dgm:pt>
    <dgm:pt modelId="{413B15FC-AEF3-49B8-8117-0835641DB0DE}" type="pres">
      <dgm:prSet presAssocID="{CA643130-8331-43A7-84F5-B1C51AA21EFA}" presName="sibTrans" presStyleCnt="0"/>
      <dgm:spPr/>
    </dgm:pt>
    <dgm:pt modelId="{332F9ABC-274B-4CEA-81A8-37F8ADCFC4FB}" type="pres">
      <dgm:prSet presAssocID="{09060E7C-4823-44C3-9AC1-ABCCC8482FCA}" presName="compNode" presStyleCnt="0"/>
      <dgm:spPr/>
    </dgm:pt>
    <dgm:pt modelId="{4ABB19E4-1A7A-4B7D-B0B9-9859CDED25BC}" type="pres">
      <dgm:prSet presAssocID="{09060E7C-4823-44C3-9AC1-ABCCC8482F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AAF5619-DCCA-4D53-A763-EFDC9C25840A}" type="pres">
      <dgm:prSet presAssocID="{09060E7C-4823-44C3-9AC1-ABCCC8482FCA}" presName="spaceRect" presStyleCnt="0"/>
      <dgm:spPr/>
    </dgm:pt>
    <dgm:pt modelId="{A443F290-4D58-4201-B298-5F86AB51F703}" type="pres">
      <dgm:prSet presAssocID="{09060E7C-4823-44C3-9AC1-ABCCC8482FCA}" presName="textRect" presStyleLbl="revTx" presStyleIdx="1" presStyleCnt="4">
        <dgm:presLayoutVars>
          <dgm:chMax val="1"/>
          <dgm:chPref val="1"/>
        </dgm:presLayoutVars>
      </dgm:prSet>
      <dgm:spPr/>
    </dgm:pt>
    <dgm:pt modelId="{F1EAD727-9876-489C-8D92-6A710EF56168}" type="pres">
      <dgm:prSet presAssocID="{C92CD024-7540-4869-A7E2-67021649AD8C}" presName="sibTrans" presStyleCnt="0"/>
      <dgm:spPr/>
    </dgm:pt>
    <dgm:pt modelId="{AD1803CC-E7EF-4A1D-A952-4C597D85EC39}" type="pres">
      <dgm:prSet presAssocID="{74EF9BAF-E9F1-4EDB-A8AF-ABE7BB547DC6}" presName="compNode" presStyleCnt="0"/>
      <dgm:spPr/>
    </dgm:pt>
    <dgm:pt modelId="{DE986175-EAB0-4A68-B4DC-00DFCF19D0E2}" type="pres">
      <dgm:prSet presAssocID="{74EF9BAF-E9F1-4EDB-A8AF-ABE7BB547DC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1B70B61-2309-4559-810A-9C17CBCBB7FD}" type="pres">
      <dgm:prSet presAssocID="{74EF9BAF-E9F1-4EDB-A8AF-ABE7BB547DC6}" presName="spaceRect" presStyleCnt="0"/>
      <dgm:spPr/>
    </dgm:pt>
    <dgm:pt modelId="{DDBE7826-9C78-49C2-9130-98B857DD55E1}" type="pres">
      <dgm:prSet presAssocID="{74EF9BAF-E9F1-4EDB-A8AF-ABE7BB547DC6}" presName="textRect" presStyleLbl="revTx" presStyleIdx="2" presStyleCnt="4">
        <dgm:presLayoutVars>
          <dgm:chMax val="1"/>
          <dgm:chPref val="1"/>
        </dgm:presLayoutVars>
      </dgm:prSet>
      <dgm:spPr/>
    </dgm:pt>
    <dgm:pt modelId="{B7443DA4-5CE3-4B52-833B-83F15A80A42E}" type="pres">
      <dgm:prSet presAssocID="{33F373F9-4D99-451B-9291-4AECD7784A54}" presName="sibTrans" presStyleCnt="0"/>
      <dgm:spPr/>
    </dgm:pt>
    <dgm:pt modelId="{F27CB215-844F-4F0B-BD30-27C3151B2A98}" type="pres">
      <dgm:prSet presAssocID="{579BEEB5-73D7-446C-BE40-13C149B98125}" presName="compNode" presStyleCnt="0"/>
      <dgm:spPr/>
    </dgm:pt>
    <dgm:pt modelId="{C7A58380-E9ED-4B61-AC9F-A0F0409BC756}" type="pres">
      <dgm:prSet presAssocID="{579BEEB5-73D7-446C-BE40-13C149B981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30E519FD-F4DC-4A6F-943F-AF0C74C87134}" type="pres">
      <dgm:prSet presAssocID="{579BEEB5-73D7-446C-BE40-13C149B98125}" presName="spaceRect" presStyleCnt="0"/>
      <dgm:spPr/>
    </dgm:pt>
    <dgm:pt modelId="{95DB8C41-1CF5-4C71-BC02-A68E4A885E10}" type="pres">
      <dgm:prSet presAssocID="{579BEEB5-73D7-446C-BE40-13C149B981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D48EE19-A265-4976-B799-0FC198B8F5C3}" srcId="{40EA3B34-8FC5-4AA8-A9EF-84080ED182B3}" destId="{74EF9BAF-E9F1-4EDB-A8AF-ABE7BB547DC6}" srcOrd="2" destOrd="0" parTransId="{C291BB98-79E0-4ABF-973F-FBD69B2E2954}" sibTransId="{33F373F9-4D99-451B-9291-4AECD7784A54}"/>
    <dgm:cxn modelId="{0C73633A-1561-42D1-A4B2-90D68420652E}" type="presOf" srcId="{09060E7C-4823-44C3-9AC1-ABCCC8482FCA}" destId="{A443F290-4D58-4201-B298-5F86AB51F703}" srcOrd="0" destOrd="0" presId="urn:microsoft.com/office/officeart/2018/2/layout/IconLabelList"/>
    <dgm:cxn modelId="{8BC38761-725A-4959-BE02-BC454AF37E99}" type="presOf" srcId="{74EF9BAF-E9F1-4EDB-A8AF-ABE7BB547DC6}" destId="{DDBE7826-9C78-49C2-9130-98B857DD55E1}" srcOrd="0" destOrd="0" presId="urn:microsoft.com/office/officeart/2018/2/layout/IconLabelList"/>
    <dgm:cxn modelId="{EEAE5B81-D6C0-428E-8D54-9A987FEBC924}" type="presOf" srcId="{579BEEB5-73D7-446C-BE40-13C149B98125}" destId="{95DB8C41-1CF5-4C71-BC02-A68E4A885E10}" srcOrd="0" destOrd="0" presId="urn:microsoft.com/office/officeart/2018/2/layout/IconLabelList"/>
    <dgm:cxn modelId="{9105F791-5B82-4268-A589-FAED66DE4B8A}" srcId="{40EA3B34-8FC5-4AA8-A9EF-84080ED182B3}" destId="{1480F828-023A-4944-9256-E96DCF43471F}" srcOrd="0" destOrd="0" parTransId="{01354953-B71C-441F-AC84-B3CFB021EFF3}" sibTransId="{CA643130-8331-43A7-84F5-B1C51AA21EFA}"/>
    <dgm:cxn modelId="{9FB99499-B834-4EE4-8991-1E7EB62BD65F}" type="presOf" srcId="{1480F828-023A-4944-9256-E96DCF43471F}" destId="{C38C2FB0-09C0-47D1-BDD8-0FF302023C3D}" srcOrd="0" destOrd="0" presId="urn:microsoft.com/office/officeart/2018/2/layout/IconLabelList"/>
    <dgm:cxn modelId="{2BD96AA9-369E-4B90-B2CF-760B07E84040}" type="presOf" srcId="{40EA3B34-8FC5-4AA8-A9EF-84080ED182B3}" destId="{A4787156-778F-4B01-8699-484D3158C316}" srcOrd="0" destOrd="0" presId="urn:microsoft.com/office/officeart/2018/2/layout/IconLabelList"/>
    <dgm:cxn modelId="{35A954CF-8E8E-490B-BAA9-90AC195C6DB9}" srcId="{40EA3B34-8FC5-4AA8-A9EF-84080ED182B3}" destId="{579BEEB5-73D7-446C-BE40-13C149B98125}" srcOrd="3" destOrd="0" parTransId="{A5271F2B-BB2F-477F-8CB8-2C3266E572DD}" sibTransId="{D6B60F73-4CD8-4047-93A3-A2488D9BF956}"/>
    <dgm:cxn modelId="{700C77D1-506E-498B-AD7B-7AF95B00064B}" srcId="{40EA3B34-8FC5-4AA8-A9EF-84080ED182B3}" destId="{09060E7C-4823-44C3-9AC1-ABCCC8482FCA}" srcOrd="1" destOrd="0" parTransId="{A9471A6E-6CD4-47DA-8C6C-92DCAB4014C8}" sibTransId="{C92CD024-7540-4869-A7E2-67021649AD8C}"/>
    <dgm:cxn modelId="{AE37E17E-238A-40F4-BD43-87C46655AF0C}" type="presParOf" srcId="{A4787156-778F-4B01-8699-484D3158C316}" destId="{F2BAADC9-56EB-4919-8286-9D2C0FF76B7E}" srcOrd="0" destOrd="0" presId="urn:microsoft.com/office/officeart/2018/2/layout/IconLabelList"/>
    <dgm:cxn modelId="{7CD203BF-5C45-4582-80B9-21413C49E6AE}" type="presParOf" srcId="{F2BAADC9-56EB-4919-8286-9D2C0FF76B7E}" destId="{EF236AD7-7BEF-4028-8C53-F05D78B5AA19}" srcOrd="0" destOrd="0" presId="urn:microsoft.com/office/officeart/2018/2/layout/IconLabelList"/>
    <dgm:cxn modelId="{6D0C82DD-6161-4BED-8291-8594E4C7FEC3}" type="presParOf" srcId="{F2BAADC9-56EB-4919-8286-9D2C0FF76B7E}" destId="{2D51ADAF-93EE-4E51-8708-A4B5E8EEF58B}" srcOrd="1" destOrd="0" presId="urn:microsoft.com/office/officeart/2018/2/layout/IconLabelList"/>
    <dgm:cxn modelId="{7B963F19-1907-47A0-9A46-5B850477B712}" type="presParOf" srcId="{F2BAADC9-56EB-4919-8286-9D2C0FF76B7E}" destId="{C38C2FB0-09C0-47D1-BDD8-0FF302023C3D}" srcOrd="2" destOrd="0" presId="urn:microsoft.com/office/officeart/2018/2/layout/IconLabelList"/>
    <dgm:cxn modelId="{0B1B151C-0003-4C40-B500-69F219665B78}" type="presParOf" srcId="{A4787156-778F-4B01-8699-484D3158C316}" destId="{413B15FC-AEF3-49B8-8117-0835641DB0DE}" srcOrd="1" destOrd="0" presId="urn:microsoft.com/office/officeart/2018/2/layout/IconLabelList"/>
    <dgm:cxn modelId="{0D787808-08AE-4F6B-BEE4-A32B4C61FBC8}" type="presParOf" srcId="{A4787156-778F-4B01-8699-484D3158C316}" destId="{332F9ABC-274B-4CEA-81A8-37F8ADCFC4FB}" srcOrd="2" destOrd="0" presId="urn:microsoft.com/office/officeart/2018/2/layout/IconLabelList"/>
    <dgm:cxn modelId="{C52C865A-F376-414B-8549-9FABB9325182}" type="presParOf" srcId="{332F9ABC-274B-4CEA-81A8-37F8ADCFC4FB}" destId="{4ABB19E4-1A7A-4B7D-B0B9-9859CDED25BC}" srcOrd="0" destOrd="0" presId="urn:microsoft.com/office/officeart/2018/2/layout/IconLabelList"/>
    <dgm:cxn modelId="{B0C01694-AFB8-4EBB-B334-CD0F22A8AF7E}" type="presParOf" srcId="{332F9ABC-274B-4CEA-81A8-37F8ADCFC4FB}" destId="{0AAF5619-DCCA-4D53-A763-EFDC9C25840A}" srcOrd="1" destOrd="0" presId="urn:microsoft.com/office/officeart/2018/2/layout/IconLabelList"/>
    <dgm:cxn modelId="{32C3197E-B0B9-42DA-8E6A-F1B2F0083A4F}" type="presParOf" srcId="{332F9ABC-274B-4CEA-81A8-37F8ADCFC4FB}" destId="{A443F290-4D58-4201-B298-5F86AB51F703}" srcOrd="2" destOrd="0" presId="urn:microsoft.com/office/officeart/2018/2/layout/IconLabelList"/>
    <dgm:cxn modelId="{286C06FD-7597-4D1A-8369-6EC2A384A1DC}" type="presParOf" srcId="{A4787156-778F-4B01-8699-484D3158C316}" destId="{F1EAD727-9876-489C-8D92-6A710EF56168}" srcOrd="3" destOrd="0" presId="urn:microsoft.com/office/officeart/2018/2/layout/IconLabelList"/>
    <dgm:cxn modelId="{96C19055-8293-47F9-BDF7-6EA8358BA445}" type="presParOf" srcId="{A4787156-778F-4B01-8699-484D3158C316}" destId="{AD1803CC-E7EF-4A1D-A952-4C597D85EC39}" srcOrd="4" destOrd="0" presId="urn:microsoft.com/office/officeart/2018/2/layout/IconLabelList"/>
    <dgm:cxn modelId="{61606018-E226-4E47-8980-F5181AA4EBD2}" type="presParOf" srcId="{AD1803CC-E7EF-4A1D-A952-4C597D85EC39}" destId="{DE986175-EAB0-4A68-B4DC-00DFCF19D0E2}" srcOrd="0" destOrd="0" presId="urn:microsoft.com/office/officeart/2018/2/layout/IconLabelList"/>
    <dgm:cxn modelId="{E757DAD9-0F1A-4EA4-83A7-C687193EC5CC}" type="presParOf" srcId="{AD1803CC-E7EF-4A1D-A952-4C597D85EC39}" destId="{61B70B61-2309-4559-810A-9C17CBCBB7FD}" srcOrd="1" destOrd="0" presId="urn:microsoft.com/office/officeart/2018/2/layout/IconLabelList"/>
    <dgm:cxn modelId="{338DEA9E-8C7E-47CA-8093-7C82A0479D67}" type="presParOf" srcId="{AD1803CC-E7EF-4A1D-A952-4C597D85EC39}" destId="{DDBE7826-9C78-49C2-9130-98B857DD55E1}" srcOrd="2" destOrd="0" presId="urn:microsoft.com/office/officeart/2018/2/layout/IconLabelList"/>
    <dgm:cxn modelId="{5B08BA5B-D3D9-46F0-8820-0B43EF786448}" type="presParOf" srcId="{A4787156-778F-4B01-8699-484D3158C316}" destId="{B7443DA4-5CE3-4B52-833B-83F15A80A42E}" srcOrd="5" destOrd="0" presId="urn:microsoft.com/office/officeart/2018/2/layout/IconLabelList"/>
    <dgm:cxn modelId="{C3AF6E80-5FF0-4FEB-8302-46F6005738B9}" type="presParOf" srcId="{A4787156-778F-4B01-8699-484D3158C316}" destId="{F27CB215-844F-4F0B-BD30-27C3151B2A98}" srcOrd="6" destOrd="0" presId="urn:microsoft.com/office/officeart/2018/2/layout/IconLabelList"/>
    <dgm:cxn modelId="{D632DF15-D30B-4147-B952-66607F01A446}" type="presParOf" srcId="{F27CB215-844F-4F0B-BD30-27C3151B2A98}" destId="{C7A58380-E9ED-4B61-AC9F-A0F0409BC756}" srcOrd="0" destOrd="0" presId="urn:microsoft.com/office/officeart/2018/2/layout/IconLabelList"/>
    <dgm:cxn modelId="{B2063248-603C-4D33-AC71-1F2AE0D1E770}" type="presParOf" srcId="{F27CB215-844F-4F0B-BD30-27C3151B2A98}" destId="{30E519FD-F4DC-4A6F-943F-AF0C74C87134}" srcOrd="1" destOrd="0" presId="urn:microsoft.com/office/officeart/2018/2/layout/IconLabelList"/>
    <dgm:cxn modelId="{409D6063-D9FE-4DB6-99C8-A129ADE9E879}" type="presParOf" srcId="{F27CB215-844F-4F0B-BD30-27C3151B2A98}" destId="{95DB8C41-1CF5-4C71-BC02-A68E4A885E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3C912-7354-4D36-85E0-F4A344B3F8BD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Advocacy staff respond to policy-sensitive questions</a:t>
          </a:r>
        </a:p>
      </dsp:txBody>
      <dsp:txXfrm>
        <a:off x="307345" y="1546"/>
        <a:ext cx="3222855" cy="1933713"/>
      </dsp:txXfrm>
    </dsp:sp>
    <dsp:sp modelId="{AFADCAF5-C1A1-42DE-92EC-B0935D5172D7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2">
            <a:hueOff val="-2587972"/>
            <a:satOff val="11465"/>
            <a:lumOff val="-4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Responses must align with documented strategic priorities</a:t>
          </a:r>
        </a:p>
      </dsp:txBody>
      <dsp:txXfrm>
        <a:off x="3852486" y="1546"/>
        <a:ext cx="3222855" cy="1933713"/>
      </dsp:txXfrm>
    </dsp:sp>
    <dsp:sp modelId="{0DA8DD82-6FDE-4A09-97CD-A20892704DDC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2">
            <a:hueOff val="-5175944"/>
            <a:satOff val="22930"/>
            <a:lumOff val="-8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Risk of:</a:t>
          </a:r>
          <a:endParaRPr lang="en-US" sz="25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Unsupported claims</a:t>
          </a:r>
          <a:endParaRPr lang="en-US" sz="20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Overclaiming causal impact</a:t>
          </a:r>
          <a:endParaRPr lang="en-US" sz="2000" kern="1200" dirty="0"/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Taking positions outside approved scope</a:t>
          </a:r>
          <a:endParaRPr lang="en-US" sz="2000" kern="1200" dirty="0"/>
        </a:p>
      </dsp:txBody>
      <dsp:txXfrm>
        <a:off x="7397627" y="1546"/>
        <a:ext cx="3222855" cy="1933713"/>
      </dsp:txXfrm>
    </dsp:sp>
    <dsp:sp modelId="{B3E05FDC-742D-4DAF-AF60-9CDC4A3BF390}">
      <dsp:nvSpPr>
        <dsp:cNvPr id="0" name=""/>
        <dsp:cNvSpPr/>
      </dsp:nvSpPr>
      <dsp:spPr>
        <a:xfrm>
          <a:off x="2079915" y="2257545"/>
          <a:ext cx="3222855" cy="1933713"/>
        </a:xfrm>
        <a:prstGeom prst="rect">
          <a:avLst/>
        </a:prstGeom>
        <a:solidFill>
          <a:schemeClr val="accent2">
            <a:hueOff val="-7763915"/>
            <a:satOff val="34394"/>
            <a:lumOff val="-126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Manual document review is time-consuming</a:t>
          </a:r>
        </a:p>
      </dsp:txBody>
      <dsp:txXfrm>
        <a:off x="2079915" y="2257545"/>
        <a:ext cx="3222855" cy="1933713"/>
      </dsp:txXfrm>
    </dsp:sp>
    <dsp:sp modelId="{26EE8796-451D-48F3-925C-5C2311915D5B}">
      <dsp:nvSpPr>
        <dsp:cNvPr id="0" name=""/>
        <dsp:cNvSpPr/>
      </dsp:nvSpPr>
      <dsp:spPr>
        <a:xfrm>
          <a:off x="5625057" y="2257545"/>
          <a:ext cx="3222855" cy="1933713"/>
        </a:xfrm>
        <a:prstGeom prst="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Northbridge needs faster responses without sacrificing credibility.</a:t>
          </a:r>
          <a:endParaRPr lang="en-US" sz="2500" kern="1200" dirty="0"/>
        </a:p>
      </dsp:txBody>
      <dsp:txXfrm>
        <a:off x="5625057" y="2257545"/>
        <a:ext cx="3222855" cy="1933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7FA0C-0B8D-4A0D-8098-0233366B03F1}">
      <dsp:nvSpPr>
        <dsp:cNvPr id="0" name=""/>
        <dsp:cNvSpPr/>
      </dsp:nvSpPr>
      <dsp:spPr>
        <a:xfrm>
          <a:off x="0" y="244317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04E99-BBD7-415F-B2DC-2BDDBE982F92}">
      <dsp:nvSpPr>
        <dsp:cNvPr id="0" name=""/>
        <dsp:cNvSpPr/>
      </dsp:nvSpPr>
      <dsp:spPr>
        <a:xfrm>
          <a:off x="546391" y="22917"/>
          <a:ext cx="764948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Retrieves internal PDF documents only</a:t>
          </a:r>
        </a:p>
      </dsp:txBody>
      <dsp:txXfrm>
        <a:off x="568007" y="44533"/>
        <a:ext cx="7606248" cy="399568"/>
      </dsp:txXfrm>
    </dsp:sp>
    <dsp:sp modelId="{C959B70C-3A37-4C4A-BF2A-694FA7581AD0}">
      <dsp:nvSpPr>
        <dsp:cNvPr id="0" name=""/>
        <dsp:cNvSpPr/>
      </dsp:nvSpPr>
      <dsp:spPr>
        <a:xfrm>
          <a:off x="0" y="924717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70378"/>
              <a:satOff val="9172"/>
              <a:lumOff val="-3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DE7A85-8DD2-4AD1-98CF-598AFD007821}">
      <dsp:nvSpPr>
        <dsp:cNvPr id="0" name=""/>
        <dsp:cNvSpPr/>
      </dsp:nvSpPr>
      <dsp:spPr>
        <a:xfrm>
          <a:off x="546391" y="703317"/>
          <a:ext cx="7649480" cy="442800"/>
        </a:xfrm>
        <a:prstGeom prst="roundRect">
          <a:avLst/>
        </a:prstGeom>
        <a:solidFill>
          <a:schemeClr val="accent2">
            <a:hueOff val="-2070378"/>
            <a:satOff val="9172"/>
            <a:lumOff val="-3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Generates structured briefing-style answers</a:t>
          </a:r>
        </a:p>
      </dsp:txBody>
      <dsp:txXfrm>
        <a:off x="568007" y="724933"/>
        <a:ext cx="7606248" cy="399568"/>
      </dsp:txXfrm>
    </dsp:sp>
    <dsp:sp modelId="{F5AEE630-CF1A-4E48-890E-BC6919E06A6E}">
      <dsp:nvSpPr>
        <dsp:cNvPr id="0" name=""/>
        <dsp:cNvSpPr/>
      </dsp:nvSpPr>
      <dsp:spPr>
        <a:xfrm>
          <a:off x="0" y="1605117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140755"/>
              <a:satOff val="18344"/>
              <a:lumOff val="-67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91D4C-464E-43D9-A48F-893733EA74C7}">
      <dsp:nvSpPr>
        <dsp:cNvPr id="0" name=""/>
        <dsp:cNvSpPr/>
      </dsp:nvSpPr>
      <dsp:spPr>
        <a:xfrm>
          <a:off x="546391" y="1383717"/>
          <a:ext cx="7649480" cy="442800"/>
        </a:xfrm>
        <a:prstGeom prst="roundRect">
          <a:avLst/>
        </a:prstGeom>
        <a:solidFill>
          <a:schemeClr val="accent2">
            <a:hueOff val="-4140755"/>
            <a:satOff val="18344"/>
            <a:lumOff val="-6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Automatically cites document + page number</a:t>
          </a:r>
        </a:p>
      </dsp:txBody>
      <dsp:txXfrm>
        <a:off x="568007" y="1405333"/>
        <a:ext cx="7606248" cy="399568"/>
      </dsp:txXfrm>
    </dsp:sp>
    <dsp:sp modelId="{547038AE-1760-4C09-9FAA-2BAF10104B69}">
      <dsp:nvSpPr>
        <dsp:cNvPr id="0" name=""/>
        <dsp:cNvSpPr/>
      </dsp:nvSpPr>
      <dsp:spPr>
        <a:xfrm>
          <a:off x="0" y="2285517"/>
          <a:ext cx="10927829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211133"/>
              <a:satOff val="27515"/>
              <a:lumOff val="-10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12420" rIns="84812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Prevents overclaims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Flags out-of-scope topics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Requires disclaimer</a:t>
          </a:r>
        </a:p>
      </dsp:txBody>
      <dsp:txXfrm>
        <a:off x="0" y="2285517"/>
        <a:ext cx="10927829" cy="1086750"/>
      </dsp:txXfrm>
    </dsp:sp>
    <dsp:sp modelId="{1ED26F0A-0E70-4181-B13D-C67D1CB5A674}">
      <dsp:nvSpPr>
        <dsp:cNvPr id="0" name=""/>
        <dsp:cNvSpPr/>
      </dsp:nvSpPr>
      <dsp:spPr>
        <a:xfrm>
          <a:off x="546391" y="2064117"/>
          <a:ext cx="7649480" cy="442800"/>
        </a:xfrm>
        <a:prstGeom prst="roundRect">
          <a:avLst/>
        </a:prstGeom>
        <a:solidFill>
          <a:schemeClr val="accent2">
            <a:hueOff val="-6211133"/>
            <a:satOff val="27515"/>
            <a:lumOff val="-10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Enforces guardrails:</a:t>
          </a:r>
        </a:p>
      </dsp:txBody>
      <dsp:txXfrm>
        <a:off x="568007" y="2085733"/>
        <a:ext cx="7606248" cy="399568"/>
      </dsp:txXfrm>
    </dsp:sp>
    <dsp:sp modelId="{5A1D024E-22B9-4C48-A2FC-EADDBBE11216}">
      <dsp:nvSpPr>
        <dsp:cNvPr id="0" name=""/>
        <dsp:cNvSpPr/>
      </dsp:nvSpPr>
      <dsp:spPr>
        <a:xfrm>
          <a:off x="0" y="3674667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281511"/>
              <a:satOff val="36687"/>
              <a:lumOff val="-134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8E9C1-3848-4F3F-BF77-3AA86CF026A9}">
      <dsp:nvSpPr>
        <dsp:cNvPr id="0" name=""/>
        <dsp:cNvSpPr/>
      </dsp:nvSpPr>
      <dsp:spPr>
        <a:xfrm>
          <a:off x="546391" y="3453267"/>
          <a:ext cx="7649480" cy="442800"/>
        </a:xfrm>
        <a:prstGeom prst="roundRect">
          <a:avLst/>
        </a:prstGeom>
        <a:solidFill>
          <a:schemeClr val="accent2">
            <a:hueOff val="-8281511"/>
            <a:satOff val="36687"/>
            <a:lumOff val="-134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Combines speed, transparency, and governance.</a:t>
          </a:r>
        </a:p>
      </dsp:txBody>
      <dsp:txXfrm>
        <a:off x="568007" y="3474883"/>
        <a:ext cx="7606248" cy="399568"/>
      </dsp:txXfrm>
    </dsp:sp>
    <dsp:sp modelId="{69D19029-0F1E-409F-BBBB-8F36BF847656}">
      <dsp:nvSpPr>
        <dsp:cNvPr id="0" name=""/>
        <dsp:cNvSpPr/>
      </dsp:nvSpPr>
      <dsp:spPr>
        <a:xfrm>
          <a:off x="0" y="4355067"/>
          <a:ext cx="1092782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25289-A1F7-4292-A67B-802A930D2A7E}">
      <dsp:nvSpPr>
        <dsp:cNvPr id="0" name=""/>
        <dsp:cNvSpPr/>
      </dsp:nvSpPr>
      <dsp:spPr>
        <a:xfrm>
          <a:off x="546391" y="4133667"/>
          <a:ext cx="7649480" cy="442800"/>
        </a:xfrm>
        <a:prstGeom prst="round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Primary Users: Advocacy and Community Issues staff preparing policy briefings </a:t>
          </a:r>
        </a:p>
      </dsp:txBody>
      <dsp:txXfrm>
        <a:off x="568007" y="4155283"/>
        <a:ext cx="760624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9A279-1EAD-42F9-8877-2C071621EAD4}">
      <dsp:nvSpPr>
        <dsp:cNvPr id="0" name=""/>
        <dsp:cNvSpPr/>
      </dsp:nvSpPr>
      <dsp:spPr>
        <a:xfrm>
          <a:off x="3040792" y="871221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>
        <a:off x="3357014" y="913451"/>
        <a:ext cx="34897" cy="6979"/>
      </dsp:txXfrm>
    </dsp:sp>
    <dsp:sp modelId="{4AB1D1C3-1F62-4789-B210-0E47046A25B2}">
      <dsp:nvSpPr>
        <dsp:cNvPr id="0" name=""/>
        <dsp:cNvSpPr/>
      </dsp:nvSpPr>
      <dsp:spPr>
        <a:xfrm>
          <a:off x="8061" y="658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PDFs</a:t>
          </a:r>
        </a:p>
      </dsp:txBody>
      <dsp:txXfrm>
        <a:off x="8061" y="6582"/>
        <a:ext cx="3034531" cy="1820718"/>
      </dsp:txXfrm>
    </dsp:sp>
    <dsp:sp modelId="{17593411-5BD9-4618-A102-F4B7AB906186}">
      <dsp:nvSpPr>
        <dsp:cNvPr id="0" name=""/>
        <dsp:cNvSpPr/>
      </dsp:nvSpPr>
      <dsp:spPr>
        <a:xfrm>
          <a:off x="6773265" y="871221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2587972"/>
              <a:satOff val="11465"/>
              <a:lumOff val="-42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0" u="none" kern="1200"/>
        </a:p>
      </dsp:txBody>
      <dsp:txXfrm>
        <a:off x="7089488" y="913451"/>
        <a:ext cx="34897" cy="6979"/>
      </dsp:txXfrm>
    </dsp:sp>
    <dsp:sp modelId="{78C7D6B0-A06F-4CAC-9289-86233914D145}">
      <dsp:nvSpPr>
        <dsp:cNvPr id="0" name=""/>
        <dsp:cNvSpPr/>
      </dsp:nvSpPr>
      <dsp:spPr>
        <a:xfrm>
          <a:off x="3740534" y="6582"/>
          <a:ext cx="3034531" cy="1820718"/>
        </a:xfrm>
        <a:prstGeom prst="rect">
          <a:avLst/>
        </a:prstGeom>
        <a:solidFill>
          <a:schemeClr val="accent2">
            <a:hueOff val="-2070378"/>
            <a:satOff val="9172"/>
            <a:lumOff val="-3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Chunking</a:t>
          </a:r>
        </a:p>
      </dsp:txBody>
      <dsp:txXfrm>
        <a:off x="3740534" y="6582"/>
        <a:ext cx="3034531" cy="1820718"/>
      </dsp:txXfrm>
    </dsp:sp>
    <dsp:sp modelId="{9D4D107E-1A79-4921-B465-FD6BE7254EBC}">
      <dsp:nvSpPr>
        <dsp:cNvPr id="0" name=""/>
        <dsp:cNvSpPr/>
      </dsp:nvSpPr>
      <dsp:spPr>
        <a:xfrm>
          <a:off x="1525326" y="1825500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2">
              <a:hueOff val="-5175944"/>
              <a:satOff val="22930"/>
              <a:lumOff val="-843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682"/>
        <a:ext cx="374875" cy="6979"/>
      </dsp:txXfrm>
    </dsp:sp>
    <dsp:sp modelId="{79744100-7D95-44ED-A0B4-76E81343BB92}">
      <dsp:nvSpPr>
        <dsp:cNvPr id="0" name=""/>
        <dsp:cNvSpPr/>
      </dsp:nvSpPr>
      <dsp:spPr>
        <a:xfrm>
          <a:off x="7473007" y="6582"/>
          <a:ext cx="3034531" cy="1820718"/>
        </a:xfrm>
        <a:prstGeom prst="rect">
          <a:avLst/>
        </a:prstGeom>
        <a:solidFill>
          <a:schemeClr val="accent2">
            <a:hueOff val="-4140755"/>
            <a:satOff val="18344"/>
            <a:lumOff val="-6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Metadata</a:t>
          </a:r>
        </a:p>
      </dsp:txBody>
      <dsp:txXfrm>
        <a:off x="7473007" y="6582"/>
        <a:ext cx="3034531" cy="1820718"/>
      </dsp:txXfrm>
    </dsp:sp>
    <dsp:sp modelId="{493B8DF9-77AB-4A3F-8D44-8E3DCB40424A}">
      <dsp:nvSpPr>
        <dsp:cNvPr id="0" name=""/>
        <dsp:cNvSpPr/>
      </dsp:nvSpPr>
      <dsp:spPr>
        <a:xfrm>
          <a:off x="3040792" y="3389882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7763915"/>
              <a:satOff val="34394"/>
              <a:lumOff val="-126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2112"/>
        <a:ext cx="34897" cy="6979"/>
      </dsp:txXfrm>
    </dsp:sp>
    <dsp:sp modelId="{8113FFCB-4EE4-4B4D-B750-3D29F7AA998B}">
      <dsp:nvSpPr>
        <dsp:cNvPr id="0" name=""/>
        <dsp:cNvSpPr/>
      </dsp:nvSpPr>
      <dsp:spPr>
        <a:xfrm>
          <a:off x="8061" y="2525243"/>
          <a:ext cx="3034531" cy="1820718"/>
        </a:xfrm>
        <a:prstGeom prst="rect">
          <a:avLst/>
        </a:prstGeom>
        <a:solidFill>
          <a:schemeClr val="accent2">
            <a:hueOff val="-6211133"/>
            <a:satOff val="27515"/>
            <a:lumOff val="-10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TF-IDF Retrieval</a:t>
          </a:r>
        </a:p>
      </dsp:txBody>
      <dsp:txXfrm>
        <a:off x="8061" y="2525243"/>
        <a:ext cx="3034531" cy="1820718"/>
      </dsp:txXfrm>
    </dsp:sp>
    <dsp:sp modelId="{6A3375B0-97A8-4932-8AED-2A004B05124C}">
      <dsp:nvSpPr>
        <dsp:cNvPr id="0" name=""/>
        <dsp:cNvSpPr/>
      </dsp:nvSpPr>
      <dsp:spPr>
        <a:xfrm>
          <a:off x="6773265" y="3389882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2112"/>
        <a:ext cx="34897" cy="6979"/>
      </dsp:txXfrm>
    </dsp:sp>
    <dsp:sp modelId="{EB1BFCFD-A840-4822-9289-0F18A717FE95}">
      <dsp:nvSpPr>
        <dsp:cNvPr id="0" name=""/>
        <dsp:cNvSpPr/>
      </dsp:nvSpPr>
      <dsp:spPr>
        <a:xfrm>
          <a:off x="3740534" y="2525243"/>
          <a:ext cx="3034531" cy="1820718"/>
        </a:xfrm>
        <a:prstGeom prst="rect">
          <a:avLst/>
        </a:prstGeom>
        <a:solidFill>
          <a:schemeClr val="accent2">
            <a:hueOff val="-8281511"/>
            <a:satOff val="36687"/>
            <a:lumOff val="-134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Guardrail Validation</a:t>
          </a:r>
        </a:p>
      </dsp:txBody>
      <dsp:txXfrm>
        <a:off x="3740534" y="2525243"/>
        <a:ext cx="3034531" cy="1820718"/>
      </dsp:txXfrm>
    </dsp:sp>
    <dsp:sp modelId="{A3D8E7A1-CBD1-4C6C-9857-EFDE4687E9B7}">
      <dsp:nvSpPr>
        <dsp:cNvPr id="0" name=""/>
        <dsp:cNvSpPr/>
      </dsp:nvSpPr>
      <dsp:spPr>
        <a:xfrm>
          <a:off x="7473007" y="2525243"/>
          <a:ext cx="3034531" cy="1820718"/>
        </a:xfrm>
        <a:prstGeom prst="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Structured Output + Disclaimer</a:t>
          </a:r>
        </a:p>
      </dsp:txBody>
      <dsp:txXfrm>
        <a:off x="7473007" y="2525243"/>
        <a:ext cx="3034531" cy="1820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A466E-0B6E-43AC-B202-B339A6670DA3}">
      <dsp:nvSpPr>
        <dsp:cNvPr id="0" name=""/>
        <dsp:cNvSpPr/>
      </dsp:nvSpPr>
      <dsp:spPr>
        <a:xfrm>
          <a:off x="684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56CE8-0EC0-494A-90B3-316DE490B4A0}">
      <dsp:nvSpPr>
        <dsp:cNvPr id="0" name=""/>
        <dsp:cNvSpPr/>
      </dsp:nvSpPr>
      <dsp:spPr>
        <a:xfrm>
          <a:off x="918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F9D42-AC3C-413B-B711-C100A66EAB42}">
      <dsp:nvSpPr>
        <dsp:cNvPr id="0" name=""/>
        <dsp:cNvSpPr/>
      </dsp:nvSpPr>
      <dsp:spPr>
        <a:xfrm>
          <a:off x="333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Metadata retention (doc name + page number)</a:t>
          </a:r>
        </a:p>
      </dsp:txBody>
      <dsp:txXfrm>
        <a:off x="333914" y="2204702"/>
        <a:ext cx="1800000" cy="720000"/>
      </dsp:txXfrm>
    </dsp:sp>
    <dsp:sp modelId="{95D29460-9012-4CF1-84BF-552F66E7E148}">
      <dsp:nvSpPr>
        <dsp:cNvPr id="0" name=""/>
        <dsp:cNvSpPr/>
      </dsp:nvSpPr>
      <dsp:spPr>
        <a:xfrm>
          <a:off x="2799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4F73EB-A357-4CDD-B8C1-D8DC42D03A7E}">
      <dsp:nvSpPr>
        <dsp:cNvPr id="0" name=""/>
        <dsp:cNvSpPr/>
      </dsp:nvSpPr>
      <dsp:spPr>
        <a:xfrm>
          <a:off x="3033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E4282-34C8-482D-85C9-6BC4EF590DAF}">
      <dsp:nvSpPr>
        <dsp:cNvPr id="0" name=""/>
        <dsp:cNvSpPr/>
      </dsp:nvSpPr>
      <dsp:spPr>
        <a:xfrm>
          <a:off x="2448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Deterministic guardrails before generation</a:t>
          </a:r>
        </a:p>
      </dsp:txBody>
      <dsp:txXfrm>
        <a:off x="2448914" y="2204702"/>
        <a:ext cx="1800000" cy="720000"/>
      </dsp:txXfrm>
    </dsp:sp>
    <dsp:sp modelId="{2CB02CE9-22F2-4652-9E90-225955C85B69}">
      <dsp:nvSpPr>
        <dsp:cNvPr id="0" name=""/>
        <dsp:cNvSpPr/>
      </dsp:nvSpPr>
      <dsp:spPr>
        <a:xfrm>
          <a:off x="4914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907E8-CFA6-49CE-B546-704D30EE30A6}">
      <dsp:nvSpPr>
        <dsp:cNvPr id="0" name=""/>
        <dsp:cNvSpPr/>
      </dsp:nvSpPr>
      <dsp:spPr>
        <a:xfrm>
          <a:off x="5148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CC033-DA59-4EA2-AC8F-BB48CF4BA36A}">
      <dsp:nvSpPr>
        <dsp:cNvPr id="0" name=""/>
        <dsp:cNvSpPr/>
      </dsp:nvSpPr>
      <dsp:spPr>
        <a:xfrm>
          <a:off x="4563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Evidence-first output format</a:t>
          </a:r>
        </a:p>
      </dsp:txBody>
      <dsp:txXfrm>
        <a:off x="4563914" y="2204702"/>
        <a:ext cx="1800000" cy="720000"/>
      </dsp:txXfrm>
    </dsp:sp>
    <dsp:sp modelId="{5F301C40-ACCB-4D17-B5A2-E08FDC90303E}">
      <dsp:nvSpPr>
        <dsp:cNvPr id="0" name=""/>
        <dsp:cNvSpPr/>
      </dsp:nvSpPr>
      <dsp:spPr>
        <a:xfrm>
          <a:off x="7029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92330-3438-4ADC-A504-F1A891FC2843}">
      <dsp:nvSpPr>
        <dsp:cNvPr id="0" name=""/>
        <dsp:cNvSpPr/>
      </dsp:nvSpPr>
      <dsp:spPr>
        <a:xfrm>
          <a:off x="7263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B7A57-2C3C-49AB-AC16-8342DF30032D}">
      <dsp:nvSpPr>
        <dsp:cNvPr id="0" name=""/>
        <dsp:cNvSpPr/>
      </dsp:nvSpPr>
      <dsp:spPr>
        <a:xfrm>
          <a:off x="6678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Disclaimer enforcement</a:t>
          </a:r>
        </a:p>
      </dsp:txBody>
      <dsp:txXfrm>
        <a:off x="6678914" y="2204702"/>
        <a:ext cx="1800000" cy="720000"/>
      </dsp:txXfrm>
    </dsp:sp>
    <dsp:sp modelId="{0BA891D3-1042-4F8B-8696-362F5C6A4D2A}">
      <dsp:nvSpPr>
        <dsp:cNvPr id="0" name=""/>
        <dsp:cNvSpPr/>
      </dsp:nvSpPr>
      <dsp:spPr>
        <a:xfrm>
          <a:off x="9144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9BD04-E709-4E84-B755-259EE0208E6D}">
      <dsp:nvSpPr>
        <dsp:cNvPr id="0" name=""/>
        <dsp:cNvSpPr/>
      </dsp:nvSpPr>
      <dsp:spPr>
        <a:xfrm>
          <a:off x="9378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0ADCF-0DF9-426B-9875-A18ED1D49063}">
      <dsp:nvSpPr>
        <dsp:cNvPr id="0" name=""/>
        <dsp:cNvSpPr/>
      </dsp:nvSpPr>
      <dsp:spPr>
        <a:xfrm>
          <a:off x="8793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Out-of-scope escalation protocol</a:t>
          </a:r>
        </a:p>
      </dsp:txBody>
      <dsp:txXfrm>
        <a:off x="8793914" y="22047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36AD7-7BEF-4028-8C53-F05D78B5AA19}">
      <dsp:nvSpPr>
        <dsp:cNvPr id="0" name=""/>
        <dsp:cNvSpPr/>
      </dsp:nvSpPr>
      <dsp:spPr>
        <a:xfrm>
          <a:off x="752566" y="500363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C2FB0-09C0-47D1-BDD8-0FF302023C3D}">
      <dsp:nvSpPr>
        <dsp:cNvPr id="0" name=""/>
        <dsp:cNvSpPr/>
      </dsp:nvSpPr>
      <dsp:spPr>
        <a:xfrm>
          <a:off x="100682" y="188252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Document update maintenance</a:t>
          </a:r>
        </a:p>
      </dsp:txBody>
      <dsp:txXfrm>
        <a:off x="100682" y="1882523"/>
        <a:ext cx="2370489" cy="720000"/>
      </dsp:txXfrm>
    </dsp:sp>
    <dsp:sp modelId="{4ABB19E4-1A7A-4B7D-B0B9-9859CDED25BC}">
      <dsp:nvSpPr>
        <dsp:cNvPr id="0" name=""/>
        <dsp:cNvSpPr/>
      </dsp:nvSpPr>
      <dsp:spPr>
        <a:xfrm>
          <a:off x="3537891" y="500363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3F290-4D58-4201-B298-5F86AB51F703}">
      <dsp:nvSpPr>
        <dsp:cNvPr id="0" name=""/>
        <dsp:cNvSpPr/>
      </dsp:nvSpPr>
      <dsp:spPr>
        <a:xfrm>
          <a:off x="2886007" y="188252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Threshold tuning for retrieval confidence</a:t>
          </a:r>
        </a:p>
      </dsp:txBody>
      <dsp:txXfrm>
        <a:off x="2886007" y="1882523"/>
        <a:ext cx="2370489" cy="720000"/>
      </dsp:txXfrm>
    </dsp:sp>
    <dsp:sp modelId="{DE986175-EAB0-4A68-B4DC-00DFCF19D0E2}">
      <dsp:nvSpPr>
        <dsp:cNvPr id="0" name=""/>
        <dsp:cNvSpPr/>
      </dsp:nvSpPr>
      <dsp:spPr>
        <a:xfrm>
          <a:off x="6323216" y="500363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E7826-9C78-49C2-9130-98B857DD55E1}">
      <dsp:nvSpPr>
        <dsp:cNvPr id="0" name=""/>
        <dsp:cNvSpPr/>
      </dsp:nvSpPr>
      <dsp:spPr>
        <a:xfrm>
          <a:off x="5671332" y="188252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Governance review workflow integration</a:t>
          </a:r>
        </a:p>
      </dsp:txBody>
      <dsp:txXfrm>
        <a:off x="5671332" y="1882523"/>
        <a:ext cx="2370489" cy="720000"/>
      </dsp:txXfrm>
    </dsp:sp>
    <dsp:sp modelId="{C7A58380-E9ED-4B61-AC9F-A0F0409BC756}">
      <dsp:nvSpPr>
        <dsp:cNvPr id="0" name=""/>
        <dsp:cNvSpPr/>
      </dsp:nvSpPr>
      <dsp:spPr>
        <a:xfrm>
          <a:off x="9108541" y="500363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B8C41-1CF5-4C71-BC02-A68E4A885E10}">
      <dsp:nvSpPr>
        <dsp:cNvPr id="0" name=""/>
        <dsp:cNvSpPr/>
      </dsp:nvSpPr>
      <dsp:spPr>
        <a:xfrm>
          <a:off x="8456657" y="188252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User training &amp; adoption</a:t>
          </a:r>
        </a:p>
      </dsp:txBody>
      <dsp:txXfrm>
        <a:off x="8456657" y="1882523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80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7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73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90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7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10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78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2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4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3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5EEC264-8050-43F0-92C1-271A6817DC63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86D3253-A93C-4212-9448-8931D7F63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73070005986f46eeb8b22e8a0cd1c0d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0A0A-7D2C-5295-5EB8-EC1FB4686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chemeClr val="bg2"/>
                </a:solidFill>
              </a:rPr>
              <a:t>Northbridge Policy Briefing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EBC62-C777-8B18-9293-FC1D581AE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/>
              <a:t>AI-Enabled Evidence-Grounded Policy Response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68F39-A75E-C13E-7D4E-28DCF8FFCE39}"/>
              </a:ext>
            </a:extLst>
          </p:cNvPr>
          <p:cNvSpPr txBox="1"/>
          <p:nvPr/>
        </p:nvSpPr>
        <p:spPr>
          <a:xfrm>
            <a:off x="10182739" y="5595874"/>
            <a:ext cx="15037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 -Tanay Gupta</a:t>
            </a:r>
          </a:p>
          <a:p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     33114385</a:t>
            </a:r>
          </a:p>
          <a:p>
            <a:r>
              <a:rPr lang="en-US" dirty="0">
                <a:solidFill>
                  <a:schemeClr val="tx1">
                    <a:alpha val="70000"/>
                  </a:schemeClr>
                </a:solidFill>
              </a:rPr>
              <a:t>     GBA479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38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99E6-68DF-542D-E70C-C124478C3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Why This System Is Needed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2F1395C-243E-2454-869A-98F8E6837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985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004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B6B5-D3A9-D2D9-9E49-94E2BEDE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7" y="211667"/>
            <a:ext cx="10771564" cy="1014927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Proposed Solution: Policy Briefing Assistant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D8D7DB-1969-84D3-0D95-3E1282ACF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999460"/>
              </p:ext>
            </p:extLst>
          </p:nvPr>
        </p:nvGraphicFramePr>
        <p:xfrm>
          <a:off x="644056" y="1549401"/>
          <a:ext cx="10927829" cy="4755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891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3B22-DC0A-2EE6-D131-C2A0F0262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System Architecture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0B68748-E40C-401F-00C2-6BCCE68B1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84607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00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B5A6B-85EA-4ADF-8B1F-24DD5B38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prompt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5BF5-80D8-7EA4-65C4-C26AAFB3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3431286"/>
            <a:ext cx="11033760" cy="7909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User Question → Retrieval → Guardrail → Structured Output</a:t>
            </a:r>
          </a:p>
        </p:txBody>
      </p:sp>
    </p:spTree>
    <p:extLst>
      <p:ext uri="{BB962C8B-B14F-4D97-AF65-F5344CB8AC3E}">
        <p14:creationId xmlns:p14="http://schemas.microsoft.com/office/powerpoint/2010/main" val="143043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99C2-1CED-D540-BF08-591FC29B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Key Design Choices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C67DA90-1209-5D51-F62C-628EACAD7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1955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574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8B79-E0D7-2682-A988-777654A99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23" y="348865"/>
            <a:ext cx="10640697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System Behavior Across Risk Scenarios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14256B-478D-3730-8A66-8897D8D42D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237170"/>
              </p:ext>
            </p:extLst>
          </p:nvPr>
        </p:nvGraphicFramePr>
        <p:xfrm>
          <a:off x="774923" y="2230829"/>
          <a:ext cx="10666096" cy="3956304"/>
        </p:xfrm>
        <a:graphic>
          <a:graphicData uri="http://schemas.openxmlformats.org/drawingml/2006/table">
            <a:tbl>
              <a:tblPr/>
              <a:tblGrid>
                <a:gridCol w="4814994">
                  <a:extLst>
                    <a:ext uri="{9D8B030D-6E8A-4147-A177-3AD203B41FA5}">
                      <a16:colId xmlns:a16="http://schemas.microsoft.com/office/drawing/2014/main" val="2106596510"/>
                    </a:ext>
                  </a:extLst>
                </a:gridCol>
                <a:gridCol w="5851102">
                  <a:extLst>
                    <a:ext uri="{9D8B030D-6E8A-4147-A177-3AD203B41FA5}">
                      <a16:colId xmlns:a16="http://schemas.microsoft.com/office/drawing/2014/main" val="727591543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dirty="0"/>
                        <a:t>Scenario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/>
                        <a:t>System Behavior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16051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Normal policy question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Summary + citations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149783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Overclaim question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Avoids causal claims + adds Limits section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466854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Out-of-scope topic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Flags and recommends escalation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46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39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9A58-6E9E-A2E2-CF06-8BC8C7E3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Organizational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DC6E7-721F-9715-CC97-2ACE31B95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Faster response turnaround</a:t>
            </a:r>
          </a:p>
          <a:p>
            <a:r>
              <a:rPr lang="en-US" sz="2000" dirty="0"/>
              <a:t>Reduced reputational risk</a:t>
            </a:r>
          </a:p>
          <a:p>
            <a:r>
              <a:rPr lang="en-US" sz="2000" dirty="0"/>
              <a:t>Consistent policy language</a:t>
            </a:r>
          </a:p>
          <a:p>
            <a:r>
              <a:rPr lang="en-US" sz="2000" dirty="0"/>
              <a:t>Transparent documentation alignment</a:t>
            </a:r>
          </a:p>
          <a:p>
            <a:r>
              <a:rPr lang="en-US" sz="2000" dirty="0"/>
              <a:t>Governance-compliant AI usage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Augments policy staff, does not replace human review.</a:t>
            </a:r>
          </a:p>
        </p:txBody>
      </p:sp>
    </p:spTree>
    <p:extLst>
      <p:ext uri="{BB962C8B-B14F-4D97-AF65-F5344CB8AC3E}">
        <p14:creationId xmlns:p14="http://schemas.microsoft.com/office/powerpoint/2010/main" val="66434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9C9F-92BD-9CA4-BA18-13A41D5F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Implementation Considerations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57F2A82-2D2F-F39E-C83C-0956BC527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228620"/>
              </p:ext>
            </p:extLst>
          </p:nvPr>
        </p:nvGraphicFramePr>
        <p:xfrm>
          <a:off x="644056" y="2112580"/>
          <a:ext cx="10927829" cy="310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851B710-ED13-5F3E-2CFE-9E4AB89668B3}"/>
              </a:ext>
            </a:extLst>
          </p:cNvPr>
          <p:cNvSpPr txBox="1"/>
          <p:nvPr/>
        </p:nvSpPr>
        <p:spPr>
          <a:xfrm>
            <a:off x="287137" y="5493472"/>
            <a:ext cx="116416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Note:</a:t>
            </a:r>
            <a:r>
              <a:rPr lang="en-US" sz="2000" b="1" dirty="0"/>
              <a:t>  To maximize reliability and governance control, the prototype uses deterministic retrieval and guardrails, with LLM-based response generation designed as an optional enhancement rather than a required dependency.</a:t>
            </a:r>
          </a:p>
        </p:txBody>
      </p:sp>
    </p:spTree>
    <p:extLst>
      <p:ext uri="{BB962C8B-B14F-4D97-AF65-F5344CB8AC3E}">
        <p14:creationId xmlns:p14="http://schemas.microsoft.com/office/powerpoint/2010/main" val="101461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8952-38BB-4738-9A34-F216B2A4E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Responsible AI &amp; Governance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203396-B0AD-A9BB-B578-71C29AE07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Document-Grounded Retrieval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- Responses are restricted to approved internal PDFs only.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Deterministic Guardrail Layer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- Out-of-scope topics and prohibited overclaim language are flagged before response generation.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Evidence-First Output Structure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- Every response includes document name, page number, and excerpt.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Causal Claim Protection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- The system avoids implying proof or guarantees without formal evaluation evidence.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Escalation Protocol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- Sensitive or out-of-scope topics are routed to Advocacy leadership for review.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70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700" b="1"/>
              <a:t>Designed to augment policy staff while protecting organizational credibility.</a:t>
            </a:r>
            <a:endParaRPr kumimoji="0" lang="en-US" altLang="en-US" sz="17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81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EA8D-48FE-9ACE-EBF4-565E5EFD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7" y="586856"/>
            <a:ext cx="4360333" cy="3163878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chemeClr val="tx1"/>
                </a:solidFill>
              </a:rPr>
              <a:t>Limitations &amp; Future Enhancements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739F795-44F0-648C-158F-3F5925383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900" b="1"/>
              <a:t>Current Limitations</a:t>
            </a:r>
            <a:endParaRPr lang="en-US" sz="1900"/>
          </a:p>
          <a:p>
            <a:r>
              <a:rPr lang="en-US" sz="1900"/>
              <a:t>TF-IDF retrieval may miss deeper semantic matches.</a:t>
            </a:r>
          </a:p>
          <a:p>
            <a:r>
              <a:rPr lang="en-US" sz="1900"/>
              <a:t>Similarity threshold may require tuning as corpus grows.</a:t>
            </a:r>
          </a:p>
          <a:p>
            <a:r>
              <a:rPr lang="en-US" sz="1900"/>
              <a:t>System depends on up-to-date internal document maintenance.</a:t>
            </a:r>
          </a:p>
          <a:p>
            <a:r>
              <a:rPr lang="en-US" sz="1900" b="1"/>
              <a:t>Future Enhancements</a:t>
            </a:r>
            <a:endParaRPr lang="en-US" sz="1900"/>
          </a:p>
          <a:p>
            <a:r>
              <a:rPr lang="en-US" sz="1900"/>
              <a:t>Integration of semantic embeddings for improved retrieval accuracy.</a:t>
            </a:r>
          </a:p>
          <a:p>
            <a:r>
              <a:rPr lang="en-US" sz="1900"/>
              <a:t>Automated document version tracking and corpus refresh.</a:t>
            </a:r>
          </a:p>
          <a:p>
            <a:r>
              <a:rPr lang="en-US" sz="1900"/>
              <a:t>Governance workflow integration for escalation tracking.</a:t>
            </a:r>
          </a:p>
          <a:p>
            <a:r>
              <a:rPr lang="en-US" sz="1900"/>
              <a:t>Structured approval logging for audit transparency.</a:t>
            </a:r>
          </a:p>
          <a:p>
            <a:endParaRPr lang="en-US" sz="1900" b="1"/>
          </a:p>
          <a:p>
            <a:pPr marL="0" indent="0">
              <a:buNone/>
            </a:pPr>
            <a:r>
              <a:rPr lang="en-US" sz="1900" b="1"/>
              <a:t>The system is safe by design but can evolve in sophistication and scale.</a:t>
            </a:r>
          </a:p>
        </p:txBody>
      </p:sp>
    </p:spTree>
    <p:extLst>
      <p:ext uri="{BB962C8B-B14F-4D97-AF65-F5344CB8AC3E}">
        <p14:creationId xmlns:p14="http://schemas.microsoft.com/office/powerpoint/2010/main" val="3917163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D92B-E243-8CE4-8603-07930146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6850A-EE77-1E2A-CA15-6A2E6B90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demo on loom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079C-FC33-37A5-E2A7-134051D8D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3431286"/>
            <a:ext cx="11033760" cy="7909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hlinkClick r:id="rId2"/>
              </a:rPr>
              <a:t>https://www.loom.com/share/73070005986f46eeb8b22e8a0cd1c0d7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3557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93</TotalTime>
  <Words>460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Northbridge Policy Briefing Assistant</vt:lpstr>
      <vt:lpstr>Why This System Is Needed</vt:lpstr>
      <vt:lpstr>Proposed Solution: Policy Briefing Assistant</vt:lpstr>
      <vt:lpstr>System Architecture</vt:lpstr>
      <vt:lpstr>LLM prompt structure</vt:lpstr>
      <vt:lpstr>Key Design Choices</vt:lpstr>
      <vt:lpstr>System Behavior Across Risk Scenarios</vt:lpstr>
      <vt:lpstr>Organizational Impact</vt:lpstr>
      <vt:lpstr>Implementation Considerations</vt:lpstr>
      <vt:lpstr>Responsible AI &amp; Governance Design</vt:lpstr>
      <vt:lpstr>Limitations &amp; Future Enhancements</vt:lpstr>
      <vt:lpstr>Link to demo on loom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Tanay Gupta</dc:creator>
  <cp:lastModifiedBy>Tanay Gupta</cp:lastModifiedBy>
  <cp:revision>1</cp:revision>
  <dcterms:created xsi:type="dcterms:W3CDTF">2026-02-26T18:50:32Z</dcterms:created>
  <dcterms:modified xsi:type="dcterms:W3CDTF">2026-02-28T04:42:50Z</dcterms:modified>
</cp:coreProperties>
</file>